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65" r:id="rId4"/>
    <p:sldId id="266" r:id="rId5"/>
    <p:sldId id="259" r:id="rId6"/>
    <p:sldId id="257" r:id="rId7"/>
    <p:sldId id="260" r:id="rId8"/>
    <p:sldId id="264" r:id="rId9"/>
    <p:sldId id="261" r:id="rId10"/>
    <p:sldId id="2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DD69F2-5A48-645C-6C93-FCAD8924E37F}" v="803" dt="2025-12-08T17:13:48.153"/>
    <p1510:client id="{A8953F73-007F-7022-CC6F-F87FAF765F67}" v="13" dt="2025-12-09T21:48:42.582"/>
    <p1510:client id="{FADF4AA5-BB70-4B4B-9E70-1AFFC2C89B70}" v="847" dt="2025-12-08T17:14:51.7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cCall, Ian (mcca1312@vandals.uidaho.edu)" userId="S::mcca1312@vandals.uidaho.edu::1cad944d-27d6-4687-8409-bd5f873e27ef" providerId="AD" clId="Web-{98DD69F2-5A48-645C-6C93-FCAD8924E37F}"/>
    <pc:docChg chg="addSld modSld">
      <pc:chgData name="McCall, Ian (mcca1312@vandals.uidaho.edu)" userId="S::mcca1312@vandals.uidaho.edu::1cad944d-27d6-4687-8409-bd5f873e27ef" providerId="AD" clId="Web-{98DD69F2-5A48-645C-6C93-FCAD8924E37F}" dt="2025-12-08T17:13:48.153" v="798" actId="20577"/>
      <pc:docMkLst>
        <pc:docMk/>
      </pc:docMkLst>
      <pc:sldChg chg="modSp">
        <pc:chgData name="McCall, Ian (mcca1312@vandals.uidaho.edu)" userId="S::mcca1312@vandals.uidaho.edu::1cad944d-27d6-4687-8409-bd5f873e27ef" providerId="AD" clId="Web-{98DD69F2-5A48-645C-6C93-FCAD8924E37F}" dt="2025-12-08T17:01:25.715" v="219" actId="1076"/>
        <pc:sldMkLst>
          <pc:docMk/>
          <pc:sldMk cId="2673648606" sldId="256"/>
        </pc:sldMkLst>
        <pc:spChg chg="mod">
          <ac:chgData name="McCall, Ian (mcca1312@vandals.uidaho.edu)" userId="S::mcca1312@vandals.uidaho.edu::1cad944d-27d6-4687-8409-bd5f873e27ef" providerId="AD" clId="Web-{98DD69F2-5A48-645C-6C93-FCAD8924E37F}" dt="2025-12-08T17:01:20.418" v="218" actId="1076"/>
          <ac:spMkLst>
            <pc:docMk/>
            <pc:sldMk cId="2673648606" sldId="256"/>
            <ac:spMk id="2" creationId="{E91FD1E8-2F90-81EE-D46A-2227B94B2B1A}"/>
          </ac:spMkLst>
        </pc:spChg>
        <pc:spChg chg="mod">
          <ac:chgData name="McCall, Ian (mcca1312@vandals.uidaho.edu)" userId="S::mcca1312@vandals.uidaho.edu::1cad944d-27d6-4687-8409-bd5f873e27ef" providerId="AD" clId="Web-{98DD69F2-5A48-645C-6C93-FCAD8924E37F}" dt="2025-12-08T17:01:25.715" v="219" actId="1076"/>
          <ac:spMkLst>
            <pc:docMk/>
            <pc:sldMk cId="2673648606" sldId="256"/>
            <ac:spMk id="3" creationId="{7A83D540-214D-8944-460D-34213EB6E070}"/>
          </ac:spMkLst>
        </pc:spChg>
      </pc:sldChg>
      <pc:sldChg chg="addSp modSp">
        <pc:chgData name="McCall, Ian (mcca1312@vandals.uidaho.edu)" userId="S::mcca1312@vandals.uidaho.edu::1cad944d-27d6-4687-8409-bd5f873e27ef" providerId="AD" clId="Web-{98DD69F2-5A48-645C-6C93-FCAD8924E37F}" dt="2025-12-08T16:56:25.542" v="108" actId="1076"/>
        <pc:sldMkLst>
          <pc:docMk/>
          <pc:sldMk cId="1891876610" sldId="257"/>
        </pc:sldMkLst>
        <pc:spChg chg="add mod">
          <ac:chgData name="McCall, Ian (mcca1312@vandals.uidaho.edu)" userId="S::mcca1312@vandals.uidaho.edu::1cad944d-27d6-4687-8409-bd5f873e27ef" providerId="AD" clId="Web-{98DD69F2-5A48-645C-6C93-FCAD8924E37F}" dt="2025-12-08T16:56:05.480" v="98" actId="14100"/>
          <ac:spMkLst>
            <pc:docMk/>
            <pc:sldMk cId="1891876610" sldId="257"/>
            <ac:spMk id="2" creationId="{B7084CB5-B910-AAB2-CB82-C3DBE57F132B}"/>
          </ac:spMkLst>
        </pc:spChg>
        <pc:spChg chg="add mod">
          <ac:chgData name="McCall, Ian (mcca1312@vandals.uidaho.edu)" userId="S::mcca1312@vandals.uidaho.edu::1cad944d-27d6-4687-8409-bd5f873e27ef" providerId="AD" clId="Web-{98DD69F2-5A48-645C-6C93-FCAD8924E37F}" dt="2025-12-08T16:56:15.042" v="102" actId="1076"/>
          <ac:spMkLst>
            <pc:docMk/>
            <pc:sldMk cId="1891876610" sldId="257"/>
            <ac:spMk id="3" creationId="{E5C0D68D-1443-CA71-FBE2-103FD038F747}"/>
          </ac:spMkLst>
        </pc:spChg>
        <pc:spChg chg="add mod">
          <ac:chgData name="McCall, Ian (mcca1312@vandals.uidaho.edu)" userId="S::mcca1312@vandals.uidaho.edu::1cad944d-27d6-4687-8409-bd5f873e27ef" providerId="AD" clId="Web-{98DD69F2-5A48-645C-6C93-FCAD8924E37F}" dt="2025-12-08T16:56:25.542" v="108" actId="1076"/>
          <ac:spMkLst>
            <pc:docMk/>
            <pc:sldMk cId="1891876610" sldId="257"/>
            <ac:spMk id="4" creationId="{243ECA6E-D91B-6B55-F498-4265B8B41BCB}"/>
          </ac:spMkLst>
        </pc:spChg>
        <pc:picChg chg="mod">
          <ac:chgData name="McCall, Ian (mcca1312@vandals.uidaho.edu)" userId="S::mcca1312@vandals.uidaho.edu::1cad944d-27d6-4687-8409-bd5f873e27ef" providerId="AD" clId="Web-{98DD69F2-5A48-645C-6C93-FCAD8924E37F}" dt="2025-12-08T16:56:23.136" v="107" actId="1076"/>
          <ac:picMkLst>
            <pc:docMk/>
            <pc:sldMk cId="1891876610" sldId="257"/>
            <ac:picMk id="1028" creationId="{1B3EE9C4-B4B1-4146-5F13-AF4F5BCA15E8}"/>
          </ac:picMkLst>
        </pc:picChg>
      </pc:sldChg>
      <pc:sldChg chg="addSp delSp modSp">
        <pc:chgData name="McCall, Ian (mcca1312@vandals.uidaho.edu)" userId="S::mcca1312@vandals.uidaho.edu::1cad944d-27d6-4687-8409-bd5f873e27ef" providerId="AD" clId="Web-{98DD69F2-5A48-645C-6C93-FCAD8924E37F}" dt="2025-12-08T17:01:45.309" v="221" actId="20577"/>
        <pc:sldMkLst>
          <pc:docMk/>
          <pc:sldMk cId="2136653620" sldId="259"/>
        </pc:sldMkLst>
        <pc:spChg chg="mod">
          <ac:chgData name="McCall, Ian (mcca1312@vandals.uidaho.edu)" userId="S::mcca1312@vandals.uidaho.edu::1cad944d-27d6-4687-8409-bd5f873e27ef" providerId="AD" clId="Web-{98DD69F2-5A48-645C-6C93-FCAD8924E37F}" dt="2025-12-08T17:01:45.309" v="221" actId="20577"/>
          <ac:spMkLst>
            <pc:docMk/>
            <pc:sldMk cId="2136653620" sldId="259"/>
            <ac:spMk id="2" creationId="{254A5C01-36CA-91B8-18F6-81E4C6762672}"/>
          </ac:spMkLst>
        </pc:spChg>
        <pc:picChg chg="add del mod">
          <ac:chgData name="McCall, Ian (mcca1312@vandals.uidaho.edu)" userId="S::mcca1312@vandals.uidaho.edu::1cad944d-27d6-4687-8409-bd5f873e27ef" providerId="AD" clId="Web-{98DD69F2-5A48-645C-6C93-FCAD8924E37F}" dt="2025-12-08T16:48:35.964" v="1"/>
          <ac:picMkLst>
            <pc:docMk/>
            <pc:sldMk cId="2136653620" sldId="259"/>
            <ac:picMk id="3" creationId="{A605D7D4-8761-C996-10DB-E802233F4C8A}"/>
          </ac:picMkLst>
        </pc:picChg>
      </pc:sldChg>
      <pc:sldChg chg="addSp delSp modSp new">
        <pc:chgData name="McCall, Ian (mcca1312@vandals.uidaho.edu)" userId="S::mcca1312@vandals.uidaho.edu::1cad944d-27d6-4687-8409-bd5f873e27ef" providerId="AD" clId="Web-{98DD69F2-5A48-645C-6C93-FCAD8924E37F}" dt="2025-12-08T16:53:46.589" v="85" actId="1076"/>
        <pc:sldMkLst>
          <pc:docMk/>
          <pc:sldMk cId="2314295167" sldId="260"/>
        </pc:sldMkLst>
        <pc:spChg chg="del">
          <ac:chgData name="McCall, Ian (mcca1312@vandals.uidaho.edu)" userId="S::mcca1312@vandals.uidaho.edu::1cad944d-27d6-4687-8409-bd5f873e27ef" providerId="AD" clId="Web-{98DD69F2-5A48-645C-6C93-FCAD8924E37F}" dt="2025-12-08T16:53:41.917" v="83"/>
          <ac:spMkLst>
            <pc:docMk/>
            <pc:sldMk cId="2314295167" sldId="260"/>
            <ac:spMk id="2" creationId="{176733C7-1457-4F23-E067-076727C652CB}"/>
          </ac:spMkLst>
        </pc:spChg>
        <pc:spChg chg="del">
          <ac:chgData name="McCall, Ian (mcca1312@vandals.uidaho.edu)" userId="S::mcca1312@vandals.uidaho.edu::1cad944d-27d6-4687-8409-bd5f873e27ef" providerId="AD" clId="Web-{98DD69F2-5A48-645C-6C93-FCAD8924E37F}" dt="2025-12-08T16:49:55.714" v="68"/>
          <ac:spMkLst>
            <pc:docMk/>
            <pc:sldMk cId="2314295167" sldId="260"/>
            <ac:spMk id="3" creationId="{9C6A4F92-8B5F-DA93-A890-B851FD252348}"/>
          </ac:spMkLst>
        </pc:spChg>
        <pc:picChg chg="add mod ord">
          <ac:chgData name="McCall, Ian (mcca1312@vandals.uidaho.edu)" userId="S::mcca1312@vandals.uidaho.edu::1cad944d-27d6-4687-8409-bd5f873e27ef" providerId="AD" clId="Web-{98DD69F2-5A48-645C-6C93-FCAD8924E37F}" dt="2025-12-08T16:53:43.745" v="84" actId="1076"/>
          <ac:picMkLst>
            <pc:docMk/>
            <pc:sldMk cId="2314295167" sldId="260"/>
            <ac:picMk id="4" creationId="{69C026EB-4DBE-2041-792C-71550E796696}"/>
          </ac:picMkLst>
        </pc:picChg>
        <pc:picChg chg="add mod">
          <ac:chgData name="McCall, Ian (mcca1312@vandals.uidaho.edu)" userId="S::mcca1312@vandals.uidaho.edu::1cad944d-27d6-4687-8409-bd5f873e27ef" providerId="AD" clId="Web-{98DD69F2-5A48-645C-6C93-FCAD8924E37F}" dt="2025-12-08T16:53:46.589" v="85" actId="1076"/>
          <ac:picMkLst>
            <pc:docMk/>
            <pc:sldMk cId="2314295167" sldId="260"/>
            <ac:picMk id="5" creationId="{FA290D69-B644-BE90-61B9-320915DF0637}"/>
          </ac:picMkLst>
        </pc:picChg>
      </pc:sldChg>
      <pc:sldChg chg="new">
        <pc:chgData name="McCall, Ian (mcca1312@vandals.uidaho.edu)" userId="S::mcca1312@vandals.uidaho.edu::1cad944d-27d6-4687-8409-bd5f873e27ef" providerId="AD" clId="Web-{98DD69F2-5A48-645C-6C93-FCAD8924E37F}" dt="2025-12-08T16:49:48.339" v="66"/>
        <pc:sldMkLst>
          <pc:docMk/>
          <pc:sldMk cId="3943529622" sldId="261"/>
        </pc:sldMkLst>
      </pc:sldChg>
      <pc:sldChg chg="new">
        <pc:chgData name="McCall, Ian (mcca1312@vandals.uidaho.edu)" userId="S::mcca1312@vandals.uidaho.edu::1cad944d-27d6-4687-8409-bd5f873e27ef" providerId="AD" clId="Web-{98DD69F2-5A48-645C-6C93-FCAD8924E37F}" dt="2025-12-08T16:49:49.855" v="67"/>
        <pc:sldMkLst>
          <pc:docMk/>
          <pc:sldMk cId="1582715842" sldId="262"/>
        </pc:sldMkLst>
      </pc:sldChg>
      <pc:sldChg chg="addSp delSp modSp new">
        <pc:chgData name="McCall, Ian (mcca1312@vandals.uidaho.edu)" userId="S::mcca1312@vandals.uidaho.edu::1cad944d-27d6-4687-8409-bd5f873e27ef" providerId="AD" clId="Web-{98DD69F2-5A48-645C-6C93-FCAD8924E37F}" dt="2025-12-08T17:06:37.200" v="272"/>
        <pc:sldMkLst>
          <pc:docMk/>
          <pc:sldMk cId="1444185886" sldId="266"/>
        </pc:sldMkLst>
        <pc:spChg chg="del">
          <ac:chgData name="McCall, Ian (mcca1312@vandals.uidaho.edu)" userId="S::mcca1312@vandals.uidaho.edu::1cad944d-27d6-4687-8409-bd5f873e27ef" providerId="AD" clId="Web-{98DD69F2-5A48-645C-6C93-FCAD8924E37F}" dt="2025-12-08T17:03:20.075" v="226"/>
          <ac:spMkLst>
            <pc:docMk/>
            <pc:sldMk cId="1444185886" sldId="266"/>
            <ac:spMk id="2" creationId="{7E2C7EF2-1981-E059-D531-8FAB6E36D731}"/>
          </ac:spMkLst>
        </pc:spChg>
        <pc:spChg chg="del">
          <ac:chgData name="McCall, Ian (mcca1312@vandals.uidaho.edu)" userId="S::mcca1312@vandals.uidaho.edu::1cad944d-27d6-4687-8409-bd5f873e27ef" providerId="AD" clId="Web-{98DD69F2-5A48-645C-6C93-FCAD8924E37F}" dt="2025-12-08T17:03:10.840" v="223"/>
          <ac:spMkLst>
            <pc:docMk/>
            <pc:sldMk cId="1444185886" sldId="266"/>
            <ac:spMk id="3" creationId="{7046B1E1-A562-BCC4-7E4C-4E672BA9A762}"/>
          </ac:spMkLst>
        </pc:spChg>
        <pc:spChg chg="add mod">
          <ac:chgData name="McCall, Ian (mcca1312@vandals.uidaho.edu)" userId="S::mcca1312@vandals.uidaho.edu::1cad944d-27d6-4687-8409-bd5f873e27ef" providerId="AD" clId="Web-{98DD69F2-5A48-645C-6C93-FCAD8924E37F}" dt="2025-12-08T17:06:10.731" v="269"/>
          <ac:spMkLst>
            <pc:docMk/>
            <pc:sldMk cId="1444185886" sldId="266"/>
            <ac:spMk id="7" creationId="{D380C988-F43C-4A6E-7534-4DA3A2139FDC}"/>
          </ac:spMkLst>
        </pc:spChg>
        <pc:spChg chg="add mod">
          <ac:chgData name="McCall, Ian (mcca1312@vandals.uidaho.edu)" userId="S::mcca1312@vandals.uidaho.edu::1cad944d-27d6-4687-8409-bd5f873e27ef" providerId="AD" clId="Web-{98DD69F2-5A48-645C-6C93-FCAD8924E37F}" dt="2025-12-08T17:05:31.231" v="266"/>
          <ac:spMkLst>
            <pc:docMk/>
            <pc:sldMk cId="1444185886" sldId="266"/>
            <ac:spMk id="8" creationId="{50E2714F-843B-6B2B-C716-D087DF2233CE}"/>
          </ac:spMkLst>
        </pc:spChg>
        <pc:spChg chg="add mod">
          <ac:chgData name="McCall, Ian (mcca1312@vandals.uidaho.edu)" userId="S::mcca1312@vandals.uidaho.edu::1cad944d-27d6-4687-8409-bd5f873e27ef" providerId="AD" clId="Web-{98DD69F2-5A48-645C-6C93-FCAD8924E37F}" dt="2025-12-08T17:06:31.200" v="271"/>
          <ac:spMkLst>
            <pc:docMk/>
            <pc:sldMk cId="1444185886" sldId="266"/>
            <ac:spMk id="9" creationId="{08378A82-664A-C15D-2F92-9C8B06900BCA}"/>
          </ac:spMkLst>
        </pc:spChg>
        <pc:spChg chg="add mod">
          <ac:chgData name="McCall, Ian (mcca1312@vandals.uidaho.edu)" userId="S::mcca1312@vandals.uidaho.edu::1cad944d-27d6-4687-8409-bd5f873e27ef" providerId="AD" clId="Web-{98DD69F2-5A48-645C-6C93-FCAD8924E37F}" dt="2025-12-08T17:06:37.200" v="272"/>
          <ac:spMkLst>
            <pc:docMk/>
            <pc:sldMk cId="1444185886" sldId="266"/>
            <ac:spMk id="10" creationId="{DCC07DAD-C847-A67C-2274-3E446B75E8C1}"/>
          </ac:spMkLst>
        </pc:spChg>
        <pc:picChg chg="add mod ord">
          <ac:chgData name="McCall, Ian (mcca1312@vandals.uidaho.edu)" userId="S::mcca1312@vandals.uidaho.edu::1cad944d-27d6-4687-8409-bd5f873e27ef" providerId="AD" clId="Web-{98DD69F2-5A48-645C-6C93-FCAD8924E37F}" dt="2025-12-08T17:03:31.168" v="234" actId="1076"/>
          <ac:picMkLst>
            <pc:docMk/>
            <pc:sldMk cId="1444185886" sldId="266"/>
            <ac:picMk id="4" creationId="{4693274C-37CC-AE1A-55C3-52258F240824}"/>
          </ac:picMkLst>
        </pc:picChg>
        <pc:picChg chg="add mod">
          <ac:chgData name="McCall, Ian (mcca1312@vandals.uidaho.edu)" userId="S::mcca1312@vandals.uidaho.edu::1cad944d-27d6-4687-8409-bd5f873e27ef" providerId="AD" clId="Web-{98DD69F2-5A48-645C-6C93-FCAD8924E37F}" dt="2025-12-08T17:04:56.340" v="257" actId="1076"/>
          <ac:picMkLst>
            <pc:docMk/>
            <pc:sldMk cId="1444185886" sldId="266"/>
            <ac:picMk id="6" creationId="{84A60601-5E90-74B1-B93D-93FC8AB1C875}"/>
          </ac:picMkLst>
        </pc:picChg>
      </pc:sldChg>
      <pc:sldChg chg="modSp new">
        <pc:chgData name="McCall, Ian (mcca1312@vandals.uidaho.edu)" userId="S::mcca1312@vandals.uidaho.edu::1cad944d-27d6-4687-8409-bd5f873e27ef" providerId="AD" clId="Web-{98DD69F2-5A48-645C-6C93-FCAD8924E37F}" dt="2025-12-08T17:13:48.153" v="798" actId="20577"/>
        <pc:sldMkLst>
          <pc:docMk/>
          <pc:sldMk cId="1757307126" sldId="267"/>
        </pc:sldMkLst>
        <pc:spChg chg="mod">
          <ac:chgData name="McCall, Ian (mcca1312@vandals.uidaho.edu)" userId="S::mcca1312@vandals.uidaho.edu::1cad944d-27d6-4687-8409-bd5f873e27ef" providerId="AD" clId="Web-{98DD69F2-5A48-645C-6C93-FCAD8924E37F}" dt="2025-12-08T17:09:20.044" v="285" actId="20577"/>
          <ac:spMkLst>
            <pc:docMk/>
            <pc:sldMk cId="1757307126" sldId="267"/>
            <ac:spMk id="2" creationId="{382C6059-7920-62E1-85A2-4BDDC370BC1E}"/>
          </ac:spMkLst>
        </pc:spChg>
        <pc:spChg chg="mod">
          <ac:chgData name="McCall, Ian (mcca1312@vandals.uidaho.edu)" userId="S::mcca1312@vandals.uidaho.edu::1cad944d-27d6-4687-8409-bd5f873e27ef" providerId="AD" clId="Web-{98DD69F2-5A48-645C-6C93-FCAD8924E37F}" dt="2025-12-08T17:13:48.153" v="798" actId="20577"/>
          <ac:spMkLst>
            <pc:docMk/>
            <pc:sldMk cId="1757307126" sldId="267"/>
            <ac:spMk id="3" creationId="{9ED4FFAE-6B1E-7C66-B522-3701630FB4B4}"/>
          </ac:spMkLst>
        </pc:spChg>
      </pc:sldChg>
    </pc:docChg>
  </pc:docChgLst>
  <pc:docChgLst>
    <pc:chgData name="Shrestha, Aneesha (shre0964@vandals.uidaho.edu)" userId="S::shre0964@vandals.uidaho.edu::5617733b-5b7c-4f26-81f9-65f4f8a6570a" providerId="AD" clId="Web-{A8953F73-007F-7022-CC6F-F87FAF765F67}"/>
    <pc:docChg chg="modSld">
      <pc:chgData name="Shrestha, Aneesha (shre0964@vandals.uidaho.edu)" userId="S::shre0964@vandals.uidaho.edu::5617733b-5b7c-4f26-81f9-65f4f8a6570a" providerId="AD" clId="Web-{A8953F73-007F-7022-CC6F-F87FAF765F67}" dt="2025-12-09T21:48:42.582" v="9" actId="1076"/>
      <pc:docMkLst>
        <pc:docMk/>
      </pc:docMkLst>
      <pc:sldChg chg="modSp">
        <pc:chgData name="Shrestha, Aneesha (shre0964@vandals.uidaho.edu)" userId="S::shre0964@vandals.uidaho.edu::5617733b-5b7c-4f26-81f9-65f4f8a6570a" providerId="AD" clId="Web-{A8953F73-007F-7022-CC6F-F87FAF765F67}" dt="2025-12-09T21:48:21.660" v="8" actId="1076"/>
        <pc:sldMkLst>
          <pc:docMk/>
          <pc:sldMk cId="2673648606" sldId="256"/>
        </pc:sldMkLst>
        <pc:spChg chg="mod">
          <ac:chgData name="Shrestha, Aneesha (shre0964@vandals.uidaho.edu)" userId="S::shre0964@vandals.uidaho.edu::5617733b-5b7c-4f26-81f9-65f4f8a6570a" providerId="AD" clId="Web-{A8953F73-007F-7022-CC6F-F87FAF765F67}" dt="2025-12-09T21:48:14.238" v="6"/>
          <ac:spMkLst>
            <pc:docMk/>
            <pc:sldMk cId="2673648606" sldId="256"/>
            <ac:spMk id="2" creationId="{E91FD1E8-2F90-81EE-D46A-2227B94B2B1A}"/>
          </ac:spMkLst>
        </pc:spChg>
        <pc:spChg chg="mod">
          <ac:chgData name="Shrestha, Aneesha (shre0964@vandals.uidaho.edu)" userId="S::shre0964@vandals.uidaho.edu::5617733b-5b7c-4f26-81f9-65f4f8a6570a" providerId="AD" clId="Web-{A8953F73-007F-7022-CC6F-F87FAF765F67}" dt="2025-12-09T21:48:21.660" v="8" actId="1076"/>
          <ac:spMkLst>
            <pc:docMk/>
            <pc:sldMk cId="2673648606" sldId="256"/>
            <ac:spMk id="3" creationId="{7A83D540-214D-8944-460D-34213EB6E070}"/>
          </ac:spMkLst>
        </pc:spChg>
      </pc:sldChg>
      <pc:sldChg chg="modSp">
        <pc:chgData name="Shrestha, Aneesha (shre0964@vandals.uidaho.edu)" userId="S::shre0964@vandals.uidaho.edu::5617733b-5b7c-4f26-81f9-65f4f8a6570a" providerId="AD" clId="Web-{A8953F73-007F-7022-CC6F-F87FAF765F67}" dt="2025-12-09T21:48:42.582" v="9" actId="1076"/>
        <pc:sldMkLst>
          <pc:docMk/>
          <pc:sldMk cId="1814578536" sldId="264"/>
        </pc:sldMkLst>
        <pc:picChg chg="mod">
          <ac:chgData name="Shrestha, Aneesha (shre0964@vandals.uidaho.edu)" userId="S::shre0964@vandals.uidaho.edu::5617733b-5b7c-4f26-81f9-65f4f8a6570a" providerId="AD" clId="Web-{A8953F73-007F-7022-CC6F-F87FAF765F67}" dt="2025-12-09T21:48:42.582" v="9" actId="1076"/>
          <ac:picMkLst>
            <pc:docMk/>
            <pc:sldMk cId="1814578536" sldId="264"/>
            <ac:picMk id="3" creationId="{DD7ED30D-3F52-7B04-0B61-6065DBE600DA}"/>
          </ac:picMkLst>
        </pc:picChg>
      </pc:sldChg>
    </pc:docChg>
  </pc:docChgLst>
  <pc:docChgLst>
    <pc:chgData name="Shrestha, Aneesha (shre0964@vandals.uidaho.edu)" userId="5617733b-5b7c-4f26-81f9-65f4f8a6570a" providerId="ADAL" clId="{2A1715BE-645B-5840-B548-724A4D9078D5}"/>
    <pc:docChg chg="undo redo custSel addSld delSld modSld sldOrd">
      <pc:chgData name="Shrestha, Aneesha (shre0964@vandals.uidaho.edu)" userId="5617733b-5b7c-4f26-81f9-65f4f8a6570a" providerId="ADAL" clId="{2A1715BE-645B-5840-B548-724A4D9078D5}" dt="2025-12-08T17:14:51.738" v="867" actId="115"/>
      <pc:docMkLst>
        <pc:docMk/>
      </pc:docMkLst>
      <pc:sldChg chg="ord">
        <pc:chgData name="Shrestha, Aneesha (shre0964@vandals.uidaho.edu)" userId="5617733b-5b7c-4f26-81f9-65f4f8a6570a" providerId="ADAL" clId="{2A1715BE-645B-5840-B548-724A4D9078D5}" dt="2025-12-08T16:45:19.635" v="301" actId="20578"/>
        <pc:sldMkLst>
          <pc:docMk/>
          <pc:sldMk cId="1891876610" sldId="257"/>
        </pc:sldMkLst>
      </pc:sldChg>
      <pc:sldChg chg="addSp delSp modSp new mod chgLayout">
        <pc:chgData name="Shrestha, Aneesha (shre0964@vandals.uidaho.edu)" userId="5617733b-5b7c-4f26-81f9-65f4f8a6570a" providerId="ADAL" clId="{2A1715BE-645B-5840-B548-724A4D9078D5}" dt="2025-12-08T17:13:36.472" v="859" actId="2710"/>
        <pc:sldMkLst>
          <pc:docMk/>
          <pc:sldMk cId="3767822195" sldId="258"/>
        </pc:sldMkLst>
        <pc:spChg chg="mod ord">
          <ac:chgData name="Shrestha, Aneesha (shre0964@vandals.uidaho.edu)" userId="5617733b-5b7c-4f26-81f9-65f4f8a6570a" providerId="ADAL" clId="{2A1715BE-645B-5840-B548-724A4D9078D5}" dt="2025-12-08T17:06:54.587" v="845" actId="115"/>
          <ac:spMkLst>
            <pc:docMk/>
            <pc:sldMk cId="3767822195" sldId="258"/>
            <ac:spMk id="2" creationId="{B075BA31-983D-EFED-EB39-A6DEB7596C25}"/>
          </ac:spMkLst>
        </pc:spChg>
        <pc:spChg chg="mod ord">
          <ac:chgData name="Shrestha, Aneesha (shre0964@vandals.uidaho.edu)" userId="5617733b-5b7c-4f26-81f9-65f4f8a6570a" providerId="ADAL" clId="{2A1715BE-645B-5840-B548-724A4D9078D5}" dt="2025-12-08T17:13:36.472" v="859" actId="2710"/>
          <ac:spMkLst>
            <pc:docMk/>
            <pc:sldMk cId="3767822195" sldId="258"/>
            <ac:spMk id="3" creationId="{B14D9EE7-5A86-1BE4-6431-492B342DCF82}"/>
          </ac:spMkLst>
        </pc:spChg>
        <pc:spChg chg="add del mod">
          <ac:chgData name="Shrestha, Aneesha (shre0964@vandals.uidaho.edu)" userId="5617733b-5b7c-4f26-81f9-65f4f8a6570a" providerId="ADAL" clId="{2A1715BE-645B-5840-B548-724A4D9078D5}" dt="2025-12-08T16:44:52.683" v="298"/>
          <ac:spMkLst>
            <pc:docMk/>
            <pc:sldMk cId="3767822195" sldId="258"/>
            <ac:spMk id="4" creationId="{3C1D3228-C72D-2977-C0C0-163F9C655EDE}"/>
          </ac:spMkLst>
        </pc:spChg>
      </pc:sldChg>
      <pc:sldChg chg="delSp modSp new mod ord">
        <pc:chgData name="Shrestha, Aneesha (shre0964@vandals.uidaho.edu)" userId="5617733b-5b7c-4f26-81f9-65f4f8a6570a" providerId="ADAL" clId="{2A1715BE-645B-5840-B548-724A4D9078D5}" dt="2025-12-08T16:56:32.136" v="417" actId="20577"/>
        <pc:sldMkLst>
          <pc:docMk/>
          <pc:sldMk cId="2136653620" sldId="259"/>
        </pc:sldMkLst>
        <pc:spChg chg="mod">
          <ac:chgData name="Shrestha, Aneesha (shre0964@vandals.uidaho.edu)" userId="5617733b-5b7c-4f26-81f9-65f4f8a6570a" providerId="ADAL" clId="{2A1715BE-645B-5840-B548-724A4D9078D5}" dt="2025-12-08T16:56:32.136" v="417" actId="20577"/>
          <ac:spMkLst>
            <pc:docMk/>
            <pc:sldMk cId="2136653620" sldId="259"/>
            <ac:spMk id="2" creationId="{254A5C01-36CA-91B8-18F6-81E4C6762672}"/>
          </ac:spMkLst>
        </pc:spChg>
        <pc:spChg chg="del">
          <ac:chgData name="Shrestha, Aneesha (shre0964@vandals.uidaho.edu)" userId="5617733b-5b7c-4f26-81f9-65f4f8a6570a" providerId="ADAL" clId="{2A1715BE-645B-5840-B548-724A4D9078D5}" dt="2025-12-08T16:45:56.731" v="318" actId="478"/>
          <ac:spMkLst>
            <pc:docMk/>
            <pc:sldMk cId="2136653620" sldId="259"/>
            <ac:spMk id="3" creationId="{B3016C7F-164B-6EBF-3578-EBFE65CC50CC}"/>
          </ac:spMkLst>
        </pc:spChg>
      </pc:sldChg>
      <pc:sldChg chg="addSp delSp modSp mod ord">
        <pc:chgData name="Shrestha, Aneesha (shre0964@vandals.uidaho.edu)" userId="5617733b-5b7c-4f26-81f9-65f4f8a6570a" providerId="ADAL" clId="{2A1715BE-645B-5840-B548-724A4D9078D5}" dt="2025-12-08T17:00:21.673" v="467" actId="14100"/>
        <pc:sldMkLst>
          <pc:docMk/>
          <pc:sldMk cId="3943529622" sldId="261"/>
        </pc:sldMkLst>
        <pc:spChg chg="del">
          <ac:chgData name="Shrestha, Aneesha (shre0964@vandals.uidaho.edu)" userId="5617733b-5b7c-4f26-81f9-65f4f8a6570a" providerId="ADAL" clId="{2A1715BE-645B-5840-B548-724A4D9078D5}" dt="2025-12-08T16:59:56.972" v="461" actId="478"/>
          <ac:spMkLst>
            <pc:docMk/>
            <pc:sldMk cId="3943529622" sldId="261"/>
            <ac:spMk id="2" creationId="{10DCED9A-84DF-6368-BC29-0A0E7880BF31}"/>
          </ac:spMkLst>
        </pc:spChg>
        <pc:spChg chg="del">
          <ac:chgData name="Shrestha, Aneesha (shre0964@vandals.uidaho.edu)" userId="5617733b-5b7c-4f26-81f9-65f4f8a6570a" providerId="ADAL" clId="{2A1715BE-645B-5840-B548-724A4D9078D5}" dt="2025-12-08T16:59:54.852" v="460" actId="478"/>
          <ac:spMkLst>
            <pc:docMk/>
            <pc:sldMk cId="3943529622" sldId="261"/>
            <ac:spMk id="3" creationId="{C9BD03C5-CF81-CFC9-D5EC-EFB97DA41B67}"/>
          </ac:spMkLst>
        </pc:spChg>
        <pc:picChg chg="add mod">
          <ac:chgData name="Shrestha, Aneesha (shre0964@vandals.uidaho.edu)" userId="5617733b-5b7c-4f26-81f9-65f4f8a6570a" providerId="ADAL" clId="{2A1715BE-645B-5840-B548-724A4D9078D5}" dt="2025-12-08T17:00:21.673" v="467" actId="14100"/>
          <ac:picMkLst>
            <pc:docMk/>
            <pc:sldMk cId="3943529622" sldId="261"/>
            <ac:picMk id="4" creationId="{ECE1E212-2F97-F81F-B75E-2FC5AD246FC9}"/>
          </ac:picMkLst>
        </pc:picChg>
      </pc:sldChg>
      <pc:sldChg chg="addSp delSp modSp del mod setBg">
        <pc:chgData name="Shrestha, Aneesha (shre0964@vandals.uidaho.edu)" userId="5617733b-5b7c-4f26-81f9-65f4f8a6570a" providerId="ADAL" clId="{2A1715BE-645B-5840-B548-724A4D9078D5}" dt="2025-12-08T16:59:41.917" v="455" actId="2696"/>
        <pc:sldMkLst>
          <pc:docMk/>
          <pc:sldMk cId="1582715842" sldId="262"/>
        </pc:sldMkLst>
        <pc:spChg chg="del mod">
          <ac:chgData name="Shrestha, Aneesha (shre0964@vandals.uidaho.edu)" userId="5617733b-5b7c-4f26-81f9-65f4f8a6570a" providerId="ADAL" clId="{2A1715BE-645B-5840-B548-724A4D9078D5}" dt="2025-12-08T16:56:37.034" v="418" actId="478"/>
          <ac:spMkLst>
            <pc:docMk/>
            <pc:sldMk cId="1582715842" sldId="262"/>
            <ac:spMk id="2" creationId="{2F0E336A-41D2-5CFD-3D7C-846A7F711E4B}"/>
          </ac:spMkLst>
        </pc:spChg>
        <pc:spChg chg="del">
          <ac:chgData name="Shrestha, Aneesha (shre0964@vandals.uidaho.edu)" userId="5617733b-5b7c-4f26-81f9-65f4f8a6570a" providerId="ADAL" clId="{2A1715BE-645B-5840-B548-724A4D9078D5}" dt="2025-12-08T16:54:19.060" v="386"/>
          <ac:spMkLst>
            <pc:docMk/>
            <pc:sldMk cId="1582715842" sldId="262"/>
            <ac:spMk id="3" creationId="{45D8FE4C-0555-12EB-482D-560B22347F46}"/>
          </ac:spMkLst>
        </pc:spChg>
        <pc:spChg chg="add del mod">
          <ac:chgData name="Shrestha, Aneesha (shre0964@vandals.uidaho.edu)" userId="5617733b-5b7c-4f26-81f9-65f4f8a6570a" providerId="ADAL" clId="{2A1715BE-645B-5840-B548-724A4D9078D5}" dt="2025-12-08T16:56:17.509" v="401"/>
          <ac:spMkLst>
            <pc:docMk/>
            <pc:sldMk cId="1582715842" sldId="262"/>
            <ac:spMk id="7" creationId="{C870AC27-279C-6C16-C118-F778F3A2C707}"/>
          </ac:spMkLst>
        </pc:spChg>
        <pc:spChg chg="add del mod">
          <ac:chgData name="Shrestha, Aneesha (shre0964@vandals.uidaho.edu)" userId="5617733b-5b7c-4f26-81f9-65f4f8a6570a" providerId="ADAL" clId="{2A1715BE-645B-5840-B548-724A4D9078D5}" dt="2025-12-08T16:56:39.188" v="419" actId="478"/>
          <ac:spMkLst>
            <pc:docMk/>
            <pc:sldMk cId="1582715842" sldId="262"/>
            <ac:spMk id="13" creationId="{231BEEEF-E5C7-B4FC-F390-6E19457AD392}"/>
          </ac:spMkLst>
        </pc:spChg>
        <pc:spChg chg="add del">
          <ac:chgData name="Shrestha, Aneesha (shre0964@vandals.uidaho.edu)" userId="5617733b-5b7c-4f26-81f9-65f4f8a6570a" providerId="ADAL" clId="{2A1715BE-645B-5840-B548-724A4D9078D5}" dt="2025-12-08T16:57:09.269" v="428" actId="26606"/>
          <ac:spMkLst>
            <pc:docMk/>
            <pc:sldMk cId="1582715842" sldId="262"/>
            <ac:spMk id="14" creationId="{42A4FC2C-047E-45A5-965D-8E1E3BF09BC6}"/>
          </ac:spMkLst>
        </pc:spChg>
        <pc:picChg chg="add del mod">
          <ac:chgData name="Shrestha, Aneesha (shre0964@vandals.uidaho.edu)" userId="5617733b-5b7c-4f26-81f9-65f4f8a6570a" providerId="ADAL" clId="{2A1715BE-645B-5840-B548-724A4D9078D5}" dt="2025-12-08T16:54:44.118" v="400" actId="478"/>
          <ac:picMkLst>
            <pc:docMk/>
            <pc:sldMk cId="1582715842" sldId="262"/>
            <ac:picMk id="5" creationId="{D5BEE875-B799-27A3-64DE-24200FE4706D}"/>
          </ac:picMkLst>
        </pc:picChg>
        <pc:picChg chg="add mod">
          <ac:chgData name="Shrestha, Aneesha (shre0964@vandals.uidaho.edu)" userId="5617733b-5b7c-4f26-81f9-65f4f8a6570a" providerId="ADAL" clId="{2A1715BE-645B-5840-B548-724A4D9078D5}" dt="2025-12-08T16:57:28.362" v="435" actId="1076"/>
          <ac:picMkLst>
            <pc:docMk/>
            <pc:sldMk cId="1582715842" sldId="262"/>
            <ac:picMk id="9" creationId="{E603E957-515A-A647-5A6E-4048C94364B9}"/>
          </ac:picMkLst>
        </pc:picChg>
        <pc:picChg chg="add del mod">
          <ac:chgData name="Shrestha, Aneesha (shre0964@vandals.uidaho.edu)" userId="5617733b-5b7c-4f26-81f9-65f4f8a6570a" providerId="ADAL" clId="{2A1715BE-645B-5840-B548-724A4D9078D5}" dt="2025-12-08T16:56:51.033" v="421" actId="21"/>
          <ac:picMkLst>
            <pc:docMk/>
            <pc:sldMk cId="1582715842" sldId="262"/>
            <ac:picMk id="11" creationId="{2AC8E1A2-64B2-5C55-C23B-D025322AF08F}"/>
          </ac:picMkLst>
        </pc:picChg>
      </pc:sldChg>
      <pc:sldChg chg="addSp modSp new del mod setBg">
        <pc:chgData name="Shrestha, Aneesha (shre0964@vandals.uidaho.edu)" userId="5617733b-5b7c-4f26-81f9-65f4f8a6570a" providerId="ADAL" clId="{2A1715BE-645B-5840-B548-724A4D9078D5}" dt="2025-12-08T16:59:41.921" v="456" actId="2696"/>
        <pc:sldMkLst>
          <pc:docMk/>
          <pc:sldMk cId="4147771959" sldId="263"/>
        </pc:sldMkLst>
        <pc:spChg chg="add">
          <ac:chgData name="Shrestha, Aneesha (shre0964@vandals.uidaho.edu)" userId="5617733b-5b7c-4f26-81f9-65f4f8a6570a" providerId="ADAL" clId="{2A1715BE-645B-5840-B548-724A4D9078D5}" dt="2025-12-08T16:56:54.418" v="424" actId="26606"/>
          <ac:spMkLst>
            <pc:docMk/>
            <pc:sldMk cId="4147771959" sldId="263"/>
            <ac:spMk id="7" creationId="{42A4FC2C-047E-45A5-965D-8E1E3BF09BC6}"/>
          </ac:spMkLst>
        </pc:spChg>
        <pc:picChg chg="add mod">
          <ac:chgData name="Shrestha, Aneesha (shre0964@vandals.uidaho.edu)" userId="5617733b-5b7c-4f26-81f9-65f4f8a6570a" providerId="ADAL" clId="{2A1715BE-645B-5840-B548-724A4D9078D5}" dt="2025-12-08T16:58:08.276" v="442" actId="1076"/>
          <ac:picMkLst>
            <pc:docMk/>
            <pc:sldMk cId="4147771959" sldId="263"/>
            <ac:picMk id="2" creationId="{C4E4A3E3-51D2-AA89-FB00-5E9DEBEA436E}"/>
          </ac:picMkLst>
        </pc:picChg>
      </pc:sldChg>
      <pc:sldChg chg="addSp delSp modSp new mod">
        <pc:chgData name="Shrestha, Aneesha (shre0964@vandals.uidaho.edu)" userId="5617733b-5b7c-4f26-81f9-65f4f8a6570a" providerId="ADAL" clId="{2A1715BE-645B-5840-B548-724A4D9078D5}" dt="2025-12-08T17:00:34.642" v="469" actId="14100"/>
        <pc:sldMkLst>
          <pc:docMk/>
          <pc:sldMk cId="1814578536" sldId="264"/>
        </pc:sldMkLst>
        <pc:picChg chg="add mod modCrop">
          <ac:chgData name="Shrestha, Aneesha (shre0964@vandals.uidaho.edu)" userId="5617733b-5b7c-4f26-81f9-65f4f8a6570a" providerId="ADAL" clId="{2A1715BE-645B-5840-B548-724A4D9078D5}" dt="2025-12-08T17:00:34.642" v="469" actId="14100"/>
          <ac:picMkLst>
            <pc:docMk/>
            <pc:sldMk cId="1814578536" sldId="264"/>
            <ac:picMk id="3" creationId="{DD7ED30D-3F52-7B04-0B61-6065DBE600DA}"/>
          </ac:picMkLst>
        </pc:picChg>
        <pc:picChg chg="add del mod modCrop">
          <ac:chgData name="Shrestha, Aneesha (shre0964@vandals.uidaho.edu)" userId="5617733b-5b7c-4f26-81f9-65f4f8a6570a" providerId="ADAL" clId="{2A1715BE-645B-5840-B548-724A4D9078D5}" dt="2025-12-08T17:00:03.446" v="463" actId="478"/>
          <ac:picMkLst>
            <pc:docMk/>
            <pc:sldMk cId="1814578536" sldId="264"/>
            <ac:picMk id="4" creationId="{2D4F6D39-01D7-874D-BD28-F70CDDD57505}"/>
          </ac:picMkLst>
        </pc:picChg>
      </pc:sldChg>
      <pc:sldChg chg="modSp new mod">
        <pc:chgData name="Shrestha, Aneesha (shre0964@vandals.uidaho.edu)" userId="5617733b-5b7c-4f26-81f9-65f4f8a6570a" providerId="ADAL" clId="{2A1715BE-645B-5840-B548-724A4D9078D5}" dt="2025-12-08T17:13:52.953" v="860" actId="1076"/>
        <pc:sldMkLst>
          <pc:docMk/>
          <pc:sldMk cId="3188424767" sldId="265"/>
        </pc:sldMkLst>
        <pc:spChg chg="mod">
          <ac:chgData name="Shrestha, Aneesha (shre0964@vandals.uidaho.edu)" userId="5617733b-5b7c-4f26-81f9-65f4f8a6570a" providerId="ADAL" clId="{2A1715BE-645B-5840-B548-724A4D9078D5}" dt="2025-12-08T17:06:56.683" v="846" actId="115"/>
          <ac:spMkLst>
            <pc:docMk/>
            <pc:sldMk cId="3188424767" sldId="265"/>
            <ac:spMk id="2" creationId="{1946827B-588F-BA15-FBBD-BAE1D3E7ED62}"/>
          </ac:spMkLst>
        </pc:spChg>
        <pc:spChg chg="mod">
          <ac:chgData name="Shrestha, Aneesha (shre0964@vandals.uidaho.edu)" userId="5617733b-5b7c-4f26-81f9-65f4f8a6570a" providerId="ADAL" clId="{2A1715BE-645B-5840-B548-724A4D9078D5}" dt="2025-12-08T17:13:52.953" v="860" actId="1076"/>
          <ac:spMkLst>
            <pc:docMk/>
            <pc:sldMk cId="3188424767" sldId="265"/>
            <ac:spMk id="3" creationId="{524F6141-6FF9-9854-B14B-322D56ACB588}"/>
          </ac:spMkLst>
        </pc:spChg>
      </pc:sldChg>
      <pc:sldChg chg="modSp mod">
        <pc:chgData name="Shrestha, Aneesha (shre0964@vandals.uidaho.edu)" userId="5617733b-5b7c-4f26-81f9-65f4f8a6570a" providerId="ADAL" clId="{2A1715BE-645B-5840-B548-724A4D9078D5}" dt="2025-12-08T17:10:38.424" v="854" actId="14100"/>
        <pc:sldMkLst>
          <pc:docMk/>
          <pc:sldMk cId="1444185886" sldId="266"/>
        </pc:sldMkLst>
        <pc:picChg chg="mod">
          <ac:chgData name="Shrestha, Aneesha (shre0964@vandals.uidaho.edu)" userId="5617733b-5b7c-4f26-81f9-65f4f8a6570a" providerId="ADAL" clId="{2A1715BE-645B-5840-B548-724A4D9078D5}" dt="2025-12-08T17:10:38.424" v="854" actId="14100"/>
          <ac:picMkLst>
            <pc:docMk/>
            <pc:sldMk cId="1444185886" sldId="266"/>
            <ac:picMk id="4" creationId="{4693274C-37CC-AE1A-55C3-52258F240824}"/>
          </ac:picMkLst>
        </pc:picChg>
        <pc:picChg chg="mod">
          <ac:chgData name="Shrestha, Aneesha (shre0964@vandals.uidaho.edu)" userId="5617733b-5b7c-4f26-81f9-65f4f8a6570a" providerId="ADAL" clId="{2A1715BE-645B-5840-B548-724A4D9078D5}" dt="2025-12-08T17:10:38.424" v="854" actId="14100"/>
          <ac:picMkLst>
            <pc:docMk/>
            <pc:sldMk cId="1444185886" sldId="266"/>
            <ac:picMk id="6" creationId="{84A60601-5E90-74B1-B93D-93FC8AB1C875}"/>
          </ac:picMkLst>
        </pc:picChg>
      </pc:sldChg>
      <pc:sldChg chg="modSp mod">
        <pc:chgData name="Shrestha, Aneesha (shre0964@vandals.uidaho.edu)" userId="5617733b-5b7c-4f26-81f9-65f4f8a6570a" providerId="ADAL" clId="{2A1715BE-645B-5840-B548-724A4D9078D5}" dt="2025-12-08T17:14:51.738" v="867" actId="115"/>
        <pc:sldMkLst>
          <pc:docMk/>
          <pc:sldMk cId="1757307126" sldId="267"/>
        </pc:sldMkLst>
        <pc:spChg chg="mod">
          <ac:chgData name="Shrestha, Aneesha (shre0964@vandals.uidaho.edu)" userId="5617733b-5b7c-4f26-81f9-65f4f8a6570a" providerId="ADAL" clId="{2A1715BE-645B-5840-B548-724A4D9078D5}" dt="2025-12-08T17:14:51.738" v="867" actId="115"/>
          <ac:spMkLst>
            <pc:docMk/>
            <pc:sldMk cId="1757307126" sldId="267"/>
            <ac:spMk id="2" creationId="{382C6059-7920-62E1-85A2-4BDDC370BC1E}"/>
          </ac:spMkLst>
        </pc:spChg>
        <pc:spChg chg="mod">
          <ac:chgData name="Shrestha, Aneesha (shre0964@vandals.uidaho.edu)" userId="5617733b-5b7c-4f26-81f9-65f4f8a6570a" providerId="ADAL" clId="{2A1715BE-645B-5840-B548-724A4D9078D5}" dt="2025-12-08T17:14:50.641" v="866" actId="1076"/>
          <ac:spMkLst>
            <pc:docMk/>
            <pc:sldMk cId="1757307126" sldId="267"/>
            <ac:spMk id="3" creationId="{9ED4FFAE-6B1E-7C66-B522-3701630FB4B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4ABDA-D595-81AF-A9E7-B289CDAEB8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00B5A6-D5A3-E47A-56B2-EECD305230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66441D8-8192-9352-F37F-1183CDA5C68B}"/>
              </a:ext>
            </a:extLst>
          </p:cNvPr>
          <p:cNvSpPr>
            <a:spLocks noGrp="1"/>
          </p:cNvSpPr>
          <p:nvPr>
            <p:ph type="dt" sz="half" idx="10"/>
          </p:nvPr>
        </p:nvSpPr>
        <p:spPr/>
        <p:txBody>
          <a:bodyPr/>
          <a:lstStyle/>
          <a:p>
            <a:fld id="{77146E28-D915-FE46-8124-54923E3B5EAE}" type="datetimeFigureOut">
              <a:rPr lang="en-US" smtClean="0"/>
              <a:t>12/9/2025</a:t>
            </a:fld>
            <a:endParaRPr lang="en-US"/>
          </a:p>
        </p:txBody>
      </p:sp>
      <p:sp>
        <p:nvSpPr>
          <p:cNvPr id="5" name="Footer Placeholder 4">
            <a:extLst>
              <a:ext uri="{FF2B5EF4-FFF2-40B4-BE49-F238E27FC236}">
                <a16:creationId xmlns:a16="http://schemas.microsoft.com/office/drawing/2014/main" id="{C6B3412F-4E51-7653-E1F1-364F2336D9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F4C0F5-8282-2A34-4026-DD5E209CD0D8}"/>
              </a:ext>
            </a:extLst>
          </p:cNvPr>
          <p:cNvSpPr>
            <a:spLocks noGrp="1"/>
          </p:cNvSpPr>
          <p:nvPr>
            <p:ph type="sldNum" sz="quarter" idx="12"/>
          </p:nvPr>
        </p:nvSpPr>
        <p:spPr/>
        <p:txBody>
          <a:bodyPr/>
          <a:lstStyle/>
          <a:p>
            <a:fld id="{2567BBCC-A47D-0342-A2FE-99A834A8D5BD}" type="slidenum">
              <a:rPr lang="en-US" smtClean="0"/>
              <a:t>‹#›</a:t>
            </a:fld>
            <a:endParaRPr lang="en-US"/>
          </a:p>
        </p:txBody>
      </p:sp>
    </p:spTree>
    <p:extLst>
      <p:ext uri="{BB962C8B-B14F-4D97-AF65-F5344CB8AC3E}">
        <p14:creationId xmlns:p14="http://schemas.microsoft.com/office/powerpoint/2010/main" val="1609903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FF35E-4C05-9012-4FDC-24150FF83B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43776E-09E4-6CE8-BCCA-D4E4E8DA91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0F4FCE-ACC9-C5E8-1B71-548EDB465B19}"/>
              </a:ext>
            </a:extLst>
          </p:cNvPr>
          <p:cNvSpPr>
            <a:spLocks noGrp="1"/>
          </p:cNvSpPr>
          <p:nvPr>
            <p:ph type="dt" sz="half" idx="10"/>
          </p:nvPr>
        </p:nvSpPr>
        <p:spPr/>
        <p:txBody>
          <a:bodyPr/>
          <a:lstStyle/>
          <a:p>
            <a:fld id="{77146E28-D915-FE46-8124-54923E3B5EAE}" type="datetimeFigureOut">
              <a:rPr lang="en-US" smtClean="0"/>
              <a:t>12/9/2025</a:t>
            </a:fld>
            <a:endParaRPr lang="en-US"/>
          </a:p>
        </p:txBody>
      </p:sp>
      <p:sp>
        <p:nvSpPr>
          <p:cNvPr id="5" name="Footer Placeholder 4">
            <a:extLst>
              <a:ext uri="{FF2B5EF4-FFF2-40B4-BE49-F238E27FC236}">
                <a16:creationId xmlns:a16="http://schemas.microsoft.com/office/drawing/2014/main" id="{168E2D46-0BA2-8867-65B9-E971E02D98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B9848B-8449-A5B7-69DB-F9B97315395D}"/>
              </a:ext>
            </a:extLst>
          </p:cNvPr>
          <p:cNvSpPr>
            <a:spLocks noGrp="1"/>
          </p:cNvSpPr>
          <p:nvPr>
            <p:ph type="sldNum" sz="quarter" idx="12"/>
          </p:nvPr>
        </p:nvSpPr>
        <p:spPr/>
        <p:txBody>
          <a:bodyPr/>
          <a:lstStyle/>
          <a:p>
            <a:fld id="{2567BBCC-A47D-0342-A2FE-99A834A8D5BD}" type="slidenum">
              <a:rPr lang="en-US" smtClean="0"/>
              <a:t>‹#›</a:t>
            </a:fld>
            <a:endParaRPr lang="en-US"/>
          </a:p>
        </p:txBody>
      </p:sp>
    </p:spTree>
    <p:extLst>
      <p:ext uri="{BB962C8B-B14F-4D97-AF65-F5344CB8AC3E}">
        <p14:creationId xmlns:p14="http://schemas.microsoft.com/office/powerpoint/2010/main" val="1747106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55B4F-FA5C-F515-41D4-0C677D15E4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7BE23F3-1C54-70C2-EA49-B11E60E8EB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EFC89E-4BDD-CA88-FAB1-B28C0B662B3A}"/>
              </a:ext>
            </a:extLst>
          </p:cNvPr>
          <p:cNvSpPr>
            <a:spLocks noGrp="1"/>
          </p:cNvSpPr>
          <p:nvPr>
            <p:ph type="dt" sz="half" idx="10"/>
          </p:nvPr>
        </p:nvSpPr>
        <p:spPr/>
        <p:txBody>
          <a:bodyPr/>
          <a:lstStyle/>
          <a:p>
            <a:fld id="{77146E28-D915-FE46-8124-54923E3B5EAE}" type="datetimeFigureOut">
              <a:rPr lang="en-US" smtClean="0"/>
              <a:t>12/9/2025</a:t>
            </a:fld>
            <a:endParaRPr lang="en-US"/>
          </a:p>
        </p:txBody>
      </p:sp>
      <p:sp>
        <p:nvSpPr>
          <p:cNvPr id="5" name="Footer Placeholder 4">
            <a:extLst>
              <a:ext uri="{FF2B5EF4-FFF2-40B4-BE49-F238E27FC236}">
                <a16:creationId xmlns:a16="http://schemas.microsoft.com/office/drawing/2014/main" id="{AE6168CF-BD2C-E584-B350-B439BB98ED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428DAD-EA7A-5682-6C18-FE7B3B6C2A29}"/>
              </a:ext>
            </a:extLst>
          </p:cNvPr>
          <p:cNvSpPr>
            <a:spLocks noGrp="1"/>
          </p:cNvSpPr>
          <p:nvPr>
            <p:ph type="sldNum" sz="quarter" idx="12"/>
          </p:nvPr>
        </p:nvSpPr>
        <p:spPr/>
        <p:txBody>
          <a:bodyPr/>
          <a:lstStyle/>
          <a:p>
            <a:fld id="{2567BBCC-A47D-0342-A2FE-99A834A8D5BD}" type="slidenum">
              <a:rPr lang="en-US" smtClean="0"/>
              <a:t>‹#›</a:t>
            </a:fld>
            <a:endParaRPr lang="en-US"/>
          </a:p>
        </p:txBody>
      </p:sp>
    </p:spTree>
    <p:extLst>
      <p:ext uri="{BB962C8B-B14F-4D97-AF65-F5344CB8AC3E}">
        <p14:creationId xmlns:p14="http://schemas.microsoft.com/office/powerpoint/2010/main" val="1846811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30ADF-CE37-775C-8BA4-5A923A0776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219CA2-6FB2-2B1A-CB34-36CDC3B95C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0C2E25-753D-6640-0EFB-BF99E951D9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594BC25-9B94-EEEC-A26D-E4A106E32375}"/>
              </a:ext>
            </a:extLst>
          </p:cNvPr>
          <p:cNvSpPr>
            <a:spLocks noGrp="1"/>
          </p:cNvSpPr>
          <p:nvPr>
            <p:ph type="dt" sz="half" idx="10"/>
          </p:nvPr>
        </p:nvSpPr>
        <p:spPr/>
        <p:txBody>
          <a:bodyPr/>
          <a:lstStyle/>
          <a:p>
            <a:fld id="{77146E28-D915-FE46-8124-54923E3B5EAE}" type="datetimeFigureOut">
              <a:rPr lang="en-US" smtClean="0"/>
              <a:t>12/9/2025</a:t>
            </a:fld>
            <a:endParaRPr lang="en-US"/>
          </a:p>
        </p:txBody>
      </p:sp>
      <p:sp>
        <p:nvSpPr>
          <p:cNvPr id="6" name="Footer Placeholder 5">
            <a:extLst>
              <a:ext uri="{FF2B5EF4-FFF2-40B4-BE49-F238E27FC236}">
                <a16:creationId xmlns:a16="http://schemas.microsoft.com/office/drawing/2014/main" id="{DF1998EF-50FA-7136-33C9-4B375AF962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E46BE1-0BD1-0601-94D7-2B002F8CF236}"/>
              </a:ext>
            </a:extLst>
          </p:cNvPr>
          <p:cNvSpPr>
            <a:spLocks noGrp="1"/>
          </p:cNvSpPr>
          <p:nvPr>
            <p:ph type="sldNum" sz="quarter" idx="12"/>
          </p:nvPr>
        </p:nvSpPr>
        <p:spPr/>
        <p:txBody>
          <a:bodyPr/>
          <a:lstStyle/>
          <a:p>
            <a:fld id="{2567BBCC-A47D-0342-A2FE-99A834A8D5BD}" type="slidenum">
              <a:rPr lang="en-US" smtClean="0"/>
              <a:t>‹#›</a:t>
            </a:fld>
            <a:endParaRPr lang="en-US"/>
          </a:p>
        </p:txBody>
      </p:sp>
    </p:spTree>
    <p:extLst>
      <p:ext uri="{BB962C8B-B14F-4D97-AF65-F5344CB8AC3E}">
        <p14:creationId xmlns:p14="http://schemas.microsoft.com/office/powerpoint/2010/main" val="3603553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F4981-8F34-A491-3042-DDAECC75B63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4AA157-D6B2-0F27-4AFF-E54E4E6D69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EB6DC1-5118-DE18-2555-09D81F6C6F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CF7C39-3EF9-2329-68C1-FCFFEC8B7B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D3F53C-2E3C-9D72-2E56-F0240D866A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926F33F-A91C-5ED8-D64F-DB29F0DA987C}"/>
              </a:ext>
            </a:extLst>
          </p:cNvPr>
          <p:cNvSpPr>
            <a:spLocks noGrp="1"/>
          </p:cNvSpPr>
          <p:nvPr>
            <p:ph type="dt" sz="half" idx="10"/>
          </p:nvPr>
        </p:nvSpPr>
        <p:spPr/>
        <p:txBody>
          <a:bodyPr/>
          <a:lstStyle/>
          <a:p>
            <a:fld id="{77146E28-D915-FE46-8124-54923E3B5EAE}" type="datetimeFigureOut">
              <a:rPr lang="en-US" smtClean="0"/>
              <a:t>12/9/2025</a:t>
            </a:fld>
            <a:endParaRPr lang="en-US"/>
          </a:p>
        </p:txBody>
      </p:sp>
      <p:sp>
        <p:nvSpPr>
          <p:cNvPr id="8" name="Footer Placeholder 7">
            <a:extLst>
              <a:ext uri="{FF2B5EF4-FFF2-40B4-BE49-F238E27FC236}">
                <a16:creationId xmlns:a16="http://schemas.microsoft.com/office/drawing/2014/main" id="{44145EFC-EF7A-E215-D85C-541D11B217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8DCB845-1825-70BF-3D8B-6FB02C260002}"/>
              </a:ext>
            </a:extLst>
          </p:cNvPr>
          <p:cNvSpPr>
            <a:spLocks noGrp="1"/>
          </p:cNvSpPr>
          <p:nvPr>
            <p:ph type="sldNum" sz="quarter" idx="12"/>
          </p:nvPr>
        </p:nvSpPr>
        <p:spPr/>
        <p:txBody>
          <a:bodyPr/>
          <a:lstStyle/>
          <a:p>
            <a:fld id="{2567BBCC-A47D-0342-A2FE-99A834A8D5BD}" type="slidenum">
              <a:rPr lang="en-US" smtClean="0"/>
              <a:t>‹#›</a:t>
            </a:fld>
            <a:endParaRPr lang="en-US"/>
          </a:p>
        </p:txBody>
      </p:sp>
    </p:spTree>
    <p:extLst>
      <p:ext uri="{BB962C8B-B14F-4D97-AF65-F5344CB8AC3E}">
        <p14:creationId xmlns:p14="http://schemas.microsoft.com/office/powerpoint/2010/main" val="477758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6B69A-F163-15B0-1C6D-75AE97B64F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EA6DE89-44AE-3219-7B3E-EFE705B67B3F}"/>
              </a:ext>
            </a:extLst>
          </p:cNvPr>
          <p:cNvSpPr>
            <a:spLocks noGrp="1"/>
          </p:cNvSpPr>
          <p:nvPr>
            <p:ph type="dt" sz="half" idx="10"/>
          </p:nvPr>
        </p:nvSpPr>
        <p:spPr/>
        <p:txBody>
          <a:bodyPr/>
          <a:lstStyle/>
          <a:p>
            <a:fld id="{77146E28-D915-FE46-8124-54923E3B5EAE}" type="datetimeFigureOut">
              <a:rPr lang="en-US" smtClean="0"/>
              <a:t>12/9/2025</a:t>
            </a:fld>
            <a:endParaRPr lang="en-US"/>
          </a:p>
        </p:txBody>
      </p:sp>
      <p:sp>
        <p:nvSpPr>
          <p:cNvPr id="4" name="Footer Placeholder 3">
            <a:extLst>
              <a:ext uri="{FF2B5EF4-FFF2-40B4-BE49-F238E27FC236}">
                <a16:creationId xmlns:a16="http://schemas.microsoft.com/office/drawing/2014/main" id="{5E4B307B-1D6F-DAAA-EC67-40AD7777749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6CE1558-EC28-2D54-FE80-8017731FA1FD}"/>
              </a:ext>
            </a:extLst>
          </p:cNvPr>
          <p:cNvSpPr>
            <a:spLocks noGrp="1"/>
          </p:cNvSpPr>
          <p:nvPr>
            <p:ph type="sldNum" sz="quarter" idx="12"/>
          </p:nvPr>
        </p:nvSpPr>
        <p:spPr/>
        <p:txBody>
          <a:bodyPr/>
          <a:lstStyle/>
          <a:p>
            <a:fld id="{2567BBCC-A47D-0342-A2FE-99A834A8D5BD}" type="slidenum">
              <a:rPr lang="en-US" smtClean="0"/>
              <a:t>‹#›</a:t>
            </a:fld>
            <a:endParaRPr lang="en-US"/>
          </a:p>
        </p:txBody>
      </p:sp>
    </p:spTree>
    <p:extLst>
      <p:ext uri="{BB962C8B-B14F-4D97-AF65-F5344CB8AC3E}">
        <p14:creationId xmlns:p14="http://schemas.microsoft.com/office/powerpoint/2010/main" val="1979292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A8811F-D6A0-ADEB-0BCE-C6F76D73BB6E}"/>
              </a:ext>
            </a:extLst>
          </p:cNvPr>
          <p:cNvSpPr>
            <a:spLocks noGrp="1"/>
          </p:cNvSpPr>
          <p:nvPr>
            <p:ph type="dt" sz="half" idx="10"/>
          </p:nvPr>
        </p:nvSpPr>
        <p:spPr/>
        <p:txBody>
          <a:bodyPr/>
          <a:lstStyle/>
          <a:p>
            <a:fld id="{77146E28-D915-FE46-8124-54923E3B5EAE}" type="datetimeFigureOut">
              <a:rPr lang="en-US" smtClean="0"/>
              <a:t>12/9/2025</a:t>
            </a:fld>
            <a:endParaRPr lang="en-US"/>
          </a:p>
        </p:txBody>
      </p:sp>
      <p:sp>
        <p:nvSpPr>
          <p:cNvPr id="3" name="Footer Placeholder 2">
            <a:extLst>
              <a:ext uri="{FF2B5EF4-FFF2-40B4-BE49-F238E27FC236}">
                <a16:creationId xmlns:a16="http://schemas.microsoft.com/office/drawing/2014/main" id="{84FC8776-D466-A938-3B4A-DF0538969F8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33CE71-0CDB-75A6-404E-6C7ABBC0A646}"/>
              </a:ext>
            </a:extLst>
          </p:cNvPr>
          <p:cNvSpPr>
            <a:spLocks noGrp="1"/>
          </p:cNvSpPr>
          <p:nvPr>
            <p:ph type="sldNum" sz="quarter" idx="12"/>
          </p:nvPr>
        </p:nvSpPr>
        <p:spPr/>
        <p:txBody>
          <a:bodyPr/>
          <a:lstStyle/>
          <a:p>
            <a:fld id="{2567BBCC-A47D-0342-A2FE-99A834A8D5BD}" type="slidenum">
              <a:rPr lang="en-US" smtClean="0"/>
              <a:t>‹#›</a:t>
            </a:fld>
            <a:endParaRPr lang="en-US"/>
          </a:p>
        </p:txBody>
      </p:sp>
    </p:spTree>
    <p:extLst>
      <p:ext uri="{BB962C8B-B14F-4D97-AF65-F5344CB8AC3E}">
        <p14:creationId xmlns:p14="http://schemas.microsoft.com/office/powerpoint/2010/main" val="2078296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C2ED2-E39F-C819-E063-2C9B2DAD8D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2DF1AFB-B5EA-5468-0AF2-E51DA22574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484618-34C0-DC6E-90A1-66C0A4FEEE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59A8F6-8AD6-2DD5-F60D-1DEC2A3E401E}"/>
              </a:ext>
            </a:extLst>
          </p:cNvPr>
          <p:cNvSpPr>
            <a:spLocks noGrp="1"/>
          </p:cNvSpPr>
          <p:nvPr>
            <p:ph type="dt" sz="half" idx="10"/>
          </p:nvPr>
        </p:nvSpPr>
        <p:spPr/>
        <p:txBody>
          <a:bodyPr/>
          <a:lstStyle/>
          <a:p>
            <a:fld id="{77146E28-D915-FE46-8124-54923E3B5EAE}" type="datetimeFigureOut">
              <a:rPr lang="en-US" smtClean="0"/>
              <a:t>12/9/2025</a:t>
            </a:fld>
            <a:endParaRPr lang="en-US"/>
          </a:p>
        </p:txBody>
      </p:sp>
      <p:sp>
        <p:nvSpPr>
          <p:cNvPr id="6" name="Footer Placeholder 5">
            <a:extLst>
              <a:ext uri="{FF2B5EF4-FFF2-40B4-BE49-F238E27FC236}">
                <a16:creationId xmlns:a16="http://schemas.microsoft.com/office/drawing/2014/main" id="{5B32212C-7E9E-BED7-5921-2C81F333C9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8E9E3A-0372-A3FC-8181-6F34C1CE91BC}"/>
              </a:ext>
            </a:extLst>
          </p:cNvPr>
          <p:cNvSpPr>
            <a:spLocks noGrp="1"/>
          </p:cNvSpPr>
          <p:nvPr>
            <p:ph type="sldNum" sz="quarter" idx="12"/>
          </p:nvPr>
        </p:nvSpPr>
        <p:spPr/>
        <p:txBody>
          <a:bodyPr/>
          <a:lstStyle/>
          <a:p>
            <a:fld id="{2567BBCC-A47D-0342-A2FE-99A834A8D5BD}" type="slidenum">
              <a:rPr lang="en-US" smtClean="0"/>
              <a:t>‹#›</a:t>
            </a:fld>
            <a:endParaRPr lang="en-US"/>
          </a:p>
        </p:txBody>
      </p:sp>
    </p:spTree>
    <p:extLst>
      <p:ext uri="{BB962C8B-B14F-4D97-AF65-F5344CB8AC3E}">
        <p14:creationId xmlns:p14="http://schemas.microsoft.com/office/powerpoint/2010/main" val="1058947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FD57B-A4E6-EC79-40F6-FA61D395B5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D15CBB8-3EB4-D946-841A-0A35B63F46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1D47CA-5EEC-4555-E46E-DC8AD4F22C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9C237C-77B9-72DE-2E8C-A9ABAF0BE33D}"/>
              </a:ext>
            </a:extLst>
          </p:cNvPr>
          <p:cNvSpPr>
            <a:spLocks noGrp="1"/>
          </p:cNvSpPr>
          <p:nvPr>
            <p:ph type="dt" sz="half" idx="10"/>
          </p:nvPr>
        </p:nvSpPr>
        <p:spPr/>
        <p:txBody>
          <a:bodyPr/>
          <a:lstStyle/>
          <a:p>
            <a:fld id="{77146E28-D915-FE46-8124-54923E3B5EAE}" type="datetimeFigureOut">
              <a:rPr lang="en-US" smtClean="0"/>
              <a:t>12/9/2025</a:t>
            </a:fld>
            <a:endParaRPr lang="en-US"/>
          </a:p>
        </p:txBody>
      </p:sp>
      <p:sp>
        <p:nvSpPr>
          <p:cNvPr id="6" name="Footer Placeholder 5">
            <a:extLst>
              <a:ext uri="{FF2B5EF4-FFF2-40B4-BE49-F238E27FC236}">
                <a16:creationId xmlns:a16="http://schemas.microsoft.com/office/drawing/2014/main" id="{C60BA13D-675B-8302-A06E-8B1016565D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E51F72-0FFC-BEAE-656F-8B0B4C021A40}"/>
              </a:ext>
            </a:extLst>
          </p:cNvPr>
          <p:cNvSpPr>
            <a:spLocks noGrp="1"/>
          </p:cNvSpPr>
          <p:nvPr>
            <p:ph type="sldNum" sz="quarter" idx="12"/>
          </p:nvPr>
        </p:nvSpPr>
        <p:spPr/>
        <p:txBody>
          <a:bodyPr/>
          <a:lstStyle/>
          <a:p>
            <a:fld id="{2567BBCC-A47D-0342-A2FE-99A834A8D5BD}" type="slidenum">
              <a:rPr lang="en-US" smtClean="0"/>
              <a:t>‹#›</a:t>
            </a:fld>
            <a:endParaRPr lang="en-US"/>
          </a:p>
        </p:txBody>
      </p:sp>
    </p:spTree>
    <p:extLst>
      <p:ext uri="{BB962C8B-B14F-4D97-AF65-F5344CB8AC3E}">
        <p14:creationId xmlns:p14="http://schemas.microsoft.com/office/powerpoint/2010/main" val="340302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C7EA3-FEFE-2280-4F18-57C0A2C0977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33D18D0-AD1B-7853-2C33-6BCDAE7625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3507C8-173F-BFF2-CB9B-6D71CEECFE96}"/>
              </a:ext>
            </a:extLst>
          </p:cNvPr>
          <p:cNvSpPr>
            <a:spLocks noGrp="1"/>
          </p:cNvSpPr>
          <p:nvPr>
            <p:ph type="dt" sz="half" idx="10"/>
          </p:nvPr>
        </p:nvSpPr>
        <p:spPr/>
        <p:txBody>
          <a:bodyPr/>
          <a:lstStyle/>
          <a:p>
            <a:fld id="{77146E28-D915-FE46-8124-54923E3B5EAE}" type="datetimeFigureOut">
              <a:rPr lang="en-US" smtClean="0"/>
              <a:t>12/9/2025</a:t>
            </a:fld>
            <a:endParaRPr lang="en-US"/>
          </a:p>
        </p:txBody>
      </p:sp>
      <p:sp>
        <p:nvSpPr>
          <p:cNvPr id="5" name="Footer Placeholder 4">
            <a:extLst>
              <a:ext uri="{FF2B5EF4-FFF2-40B4-BE49-F238E27FC236}">
                <a16:creationId xmlns:a16="http://schemas.microsoft.com/office/drawing/2014/main" id="{B3BA15BF-C735-9ABD-32E1-66F9435BF7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E6927D-1B26-6214-149A-7EDAC75E52C5}"/>
              </a:ext>
            </a:extLst>
          </p:cNvPr>
          <p:cNvSpPr>
            <a:spLocks noGrp="1"/>
          </p:cNvSpPr>
          <p:nvPr>
            <p:ph type="sldNum" sz="quarter" idx="12"/>
          </p:nvPr>
        </p:nvSpPr>
        <p:spPr/>
        <p:txBody>
          <a:bodyPr/>
          <a:lstStyle/>
          <a:p>
            <a:fld id="{2567BBCC-A47D-0342-A2FE-99A834A8D5BD}" type="slidenum">
              <a:rPr lang="en-US" smtClean="0"/>
              <a:t>‹#›</a:t>
            </a:fld>
            <a:endParaRPr lang="en-US"/>
          </a:p>
        </p:txBody>
      </p:sp>
    </p:spTree>
    <p:extLst>
      <p:ext uri="{BB962C8B-B14F-4D97-AF65-F5344CB8AC3E}">
        <p14:creationId xmlns:p14="http://schemas.microsoft.com/office/powerpoint/2010/main" val="109841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18E57-62F9-9C20-7F5D-9648319372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A953B2-63DF-9C91-028B-A75C8FCB77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AAF089-83F0-0BC6-6B20-D80238DE9AD9}"/>
              </a:ext>
            </a:extLst>
          </p:cNvPr>
          <p:cNvSpPr>
            <a:spLocks noGrp="1"/>
          </p:cNvSpPr>
          <p:nvPr>
            <p:ph type="dt" sz="half" idx="10"/>
          </p:nvPr>
        </p:nvSpPr>
        <p:spPr/>
        <p:txBody>
          <a:bodyPr/>
          <a:lstStyle/>
          <a:p>
            <a:fld id="{77146E28-D915-FE46-8124-54923E3B5EAE}" type="datetimeFigureOut">
              <a:rPr lang="en-US" smtClean="0"/>
              <a:t>12/9/2025</a:t>
            </a:fld>
            <a:endParaRPr lang="en-US"/>
          </a:p>
        </p:txBody>
      </p:sp>
      <p:sp>
        <p:nvSpPr>
          <p:cNvPr id="5" name="Footer Placeholder 4">
            <a:extLst>
              <a:ext uri="{FF2B5EF4-FFF2-40B4-BE49-F238E27FC236}">
                <a16:creationId xmlns:a16="http://schemas.microsoft.com/office/drawing/2014/main" id="{94993D79-E7DC-0DB0-B996-BCF2CF6016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A5ECB7-48CF-84D1-05EB-ABD4FCFE1E0D}"/>
              </a:ext>
            </a:extLst>
          </p:cNvPr>
          <p:cNvSpPr>
            <a:spLocks noGrp="1"/>
          </p:cNvSpPr>
          <p:nvPr>
            <p:ph type="sldNum" sz="quarter" idx="12"/>
          </p:nvPr>
        </p:nvSpPr>
        <p:spPr/>
        <p:txBody>
          <a:bodyPr/>
          <a:lstStyle/>
          <a:p>
            <a:fld id="{2567BBCC-A47D-0342-A2FE-99A834A8D5BD}" type="slidenum">
              <a:rPr lang="en-US" smtClean="0"/>
              <a:t>‹#›</a:t>
            </a:fld>
            <a:endParaRPr lang="en-US"/>
          </a:p>
        </p:txBody>
      </p:sp>
    </p:spTree>
    <p:extLst>
      <p:ext uri="{BB962C8B-B14F-4D97-AF65-F5344CB8AC3E}">
        <p14:creationId xmlns:p14="http://schemas.microsoft.com/office/powerpoint/2010/main" val="724413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5B2113-6CFF-5567-E5E7-0673BF43B2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C853833-2083-FE53-B9ED-6CA8137A70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00B315-1749-D2BC-ED9F-98BCC6858F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7146E28-D915-FE46-8124-54923E3B5EAE}" type="datetimeFigureOut">
              <a:rPr lang="en-US" smtClean="0"/>
              <a:t>12/9/2025</a:t>
            </a:fld>
            <a:endParaRPr lang="en-US"/>
          </a:p>
        </p:txBody>
      </p:sp>
      <p:sp>
        <p:nvSpPr>
          <p:cNvPr id="5" name="Footer Placeholder 4">
            <a:extLst>
              <a:ext uri="{FF2B5EF4-FFF2-40B4-BE49-F238E27FC236}">
                <a16:creationId xmlns:a16="http://schemas.microsoft.com/office/drawing/2014/main" id="{85949D5C-04AE-20B9-17E8-FA8C32FA29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67CB034-8AEF-E447-EEC1-D797A3A415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567BBCC-A47D-0342-A2FE-99A834A8D5BD}" type="slidenum">
              <a:rPr lang="en-US" smtClean="0"/>
              <a:t>‹#›</a:t>
            </a:fld>
            <a:endParaRPr lang="en-US"/>
          </a:p>
        </p:txBody>
      </p:sp>
    </p:spTree>
    <p:extLst>
      <p:ext uri="{BB962C8B-B14F-4D97-AF65-F5344CB8AC3E}">
        <p14:creationId xmlns:p14="http://schemas.microsoft.com/office/powerpoint/2010/main" val="4279512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FD1E8-2F90-81EE-D46A-2227B94B2B1A}"/>
              </a:ext>
            </a:extLst>
          </p:cNvPr>
          <p:cNvSpPr>
            <a:spLocks noGrp="1"/>
          </p:cNvSpPr>
          <p:nvPr>
            <p:ph type="ctrTitle"/>
          </p:nvPr>
        </p:nvSpPr>
        <p:spPr>
          <a:xfrm>
            <a:off x="1374289" y="-87873"/>
            <a:ext cx="9144000" cy="2387600"/>
          </a:xfrm>
        </p:spPr>
        <p:txBody>
          <a:bodyPr>
            <a:normAutofit/>
          </a:bodyPr>
          <a:lstStyle/>
          <a:p>
            <a:r>
              <a:rPr lang="en-US" dirty="0"/>
              <a:t>Image Tracking Tendon Fibers Project</a:t>
            </a:r>
          </a:p>
        </p:txBody>
      </p:sp>
      <p:sp>
        <p:nvSpPr>
          <p:cNvPr id="3" name="Subtitle 2">
            <a:extLst>
              <a:ext uri="{FF2B5EF4-FFF2-40B4-BE49-F238E27FC236}">
                <a16:creationId xmlns:a16="http://schemas.microsoft.com/office/drawing/2014/main" id="{7A83D540-214D-8944-460D-34213EB6E070}"/>
              </a:ext>
            </a:extLst>
          </p:cNvPr>
          <p:cNvSpPr>
            <a:spLocks noGrp="1"/>
          </p:cNvSpPr>
          <p:nvPr>
            <p:ph type="subTitle" idx="1"/>
          </p:nvPr>
        </p:nvSpPr>
        <p:spPr>
          <a:xfrm>
            <a:off x="1376897" y="2298691"/>
            <a:ext cx="9144000" cy="1655762"/>
          </a:xfrm>
        </p:spPr>
        <p:txBody>
          <a:bodyPr vert="horz" lIns="91440" tIns="45720" rIns="91440" bIns="45720" rtlCol="0" anchor="t">
            <a:normAutofit/>
          </a:bodyPr>
          <a:lstStyle/>
          <a:p>
            <a:r>
              <a:rPr lang="en-US" b="1" dirty="0"/>
              <a:t>Team Name: River Rats</a:t>
            </a:r>
            <a:endParaRPr lang="en-US"/>
          </a:p>
          <a:p>
            <a:r>
              <a:rPr lang="en-US" b="1" dirty="0"/>
              <a:t>Team Members: Andrew Araujo, Aneesha Shrestha, Ian McCall, Adi Gurevich</a:t>
            </a:r>
          </a:p>
        </p:txBody>
      </p:sp>
    </p:spTree>
    <p:extLst>
      <p:ext uri="{BB962C8B-B14F-4D97-AF65-F5344CB8AC3E}">
        <p14:creationId xmlns:p14="http://schemas.microsoft.com/office/powerpoint/2010/main" val="2673648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5BA31-983D-EFED-EB39-A6DEB7596C25}"/>
              </a:ext>
            </a:extLst>
          </p:cNvPr>
          <p:cNvSpPr>
            <a:spLocks noGrp="1"/>
          </p:cNvSpPr>
          <p:nvPr>
            <p:ph type="title"/>
          </p:nvPr>
        </p:nvSpPr>
        <p:spPr/>
        <p:txBody>
          <a:bodyPr/>
          <a:lstStyle/>
          <a:p>
            <a:r>
              <a:rPr lang="en-US" b="1" u="sng"/>
              <a:t>Project Problem</a:t>
            </a:r>
          </a:p>
        </p:txBody>
      </p:sp>
      <p:sp>
        <p:nvSpPr>
          <p:cNvPr id="3" name="Content Placeholder 2">
            <a:extLst>
              <a:ext uri="{FF2B5EF4-FFF2-40B4-BE49-F238E27FC236}">
                <a16:creationId xmlns:a16="http://schemas.microsoft.com/office/drawing/2014/main" id="{B14D9EE7-5A86-1BE4-6431-492B342DCF82}"/>
              </a:ext>
            </a:extLst>
          </p:cNvPr>
          <p:cNvSpPr>
            <a:spLocks noGrp="1"/>
          </p:cNvSpPr>
          <p:nvPr>
            <p:ph idx="1"/>
          </p:nvPr>
        </p:nvSpPr>
        <p:spPr>
          <a:xfrm>
            <a:off x="838200" y="1253331"/>
            <a:ext cx="10515600" cy="4351338"/>
          </a:xfrm>
        </p:spPr>
        <p:txBody>
          <a:bodyPr/>
          <a:lstStyle/>
          <a:p>
            <a:pPr marL="0" indent="0">
              <a:lnSpc>
                <a:spcPct val="150000"/>
              </a:lnSpc>
              <a:buNone/>
            </a:pPr>
            <a:r>
              <a:rPr lang="en-US"/>
              <a:t>Currently tendons cannot be x-rayed and are difficult to visualize. To expand medical research, we are creating software that can take CT-scans of tendons and recreate 3D models so scientists can understand what they look like, and how they interact with surrounding tissue.</a:t>
            </a:r>
          </a:p>
        </p:txBody>
      </p:sp>
    </p:spTree>
    <p:extLst>
      <p:ext uri="{BB962C8B-B14F-4D97-AF65-F5344CB8AC3E}">
        <p14:creationId xmlns:p14="http://schemas.microsoft.com/office/powerpoint/2010/main" val="37678221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6827B-588F-BA15-FBBD-BAE1D3E7ED62}"/>
              </a:ext>
            </a:extLst>
          </p:cNvPr>
          <p:cNvSpPr>
            <a:spLocks noGrp="1"/>
          </p:cNvSpPr>
          <p:nvPr>
            <p:ph type="title"/>
          </p:nvPr>
        </p:nvSpPr>
        <p:spPr/>
        <p:txBody>
          <a:bodyPr/>
          <a:lstStyle/>
          <a:p>
            <a:r>
              <a:rPr lang="en-US" b="1" u="sng"/>
              <a:t>Current Agenda &amp; Progress</a:t>
            </a:r>
          </a:p>
        </p:txBody>
      </p:sp>
      <p:sp>
        <p:nvSpPr>
          <p:cNvPr id="3" name="Content Placeholder 2">
            <a:extLst>
              <a:ext uri="{FF2B5EF4-FFF2-40B4-BE49-F238E27FC236}">
                <a16:creationId xmlns:a16="http://schemas.microsoft.com/office/drawing/2014/main" id="{524F6141-6FF9-9854-B14B-322D56ACB588}"/>
              </a:ext>
            </a:extLst>
          </p:cNvPr>
          <p:cNvSpPr>
            <a:spLocks noGrp="1"/>
          </p:cNvSpPr>
          <p:nvPr>
            <p:ph idx="1"/>
          </p:nvPr>
        </p:nvSpPr>
        <p:spPr>
          <a:xfrm>
            <a:off x="838200" y="1253331"/>
            <a:ext cx="10515600" cy="4351338"/>
          </a:xfrm>
        </p:spPr>
        <p:txBody>
          <a:bodyPr/>
          <a:lstStyle/>
          <a:p>
            <a:pPr marL="0" indent="0">
              <a:lnSpc>
                <a:spcPct val="150000"/>
              </a:lnSpc>
              <a:buNone/>
            </a:pPr>
            <a:r>
              <a:rPr lang="en-US"/>
              <a:t>We’re working on training our yoloV8 AI model to recognize and select fibers automatically, then using the tracked tendons to create 3D recreations. </a:t>
            </a:r>
          </a:p>
          <a:p>
            <a:pPr marL="0" indent="0">
              <a:lnSpc>
                <a:spcPct val="150000"/>
              </a:lnSpc>
              <a:buNone/>
            </a:pPr>
            <a:r>
              <a:rPr lang="en-US"/>
              <a:t>At this point, we’ve been able to track a fiber that’s been manually selected and created a preprocessing pipeline for our images.</a:t>
            </a:r>
          </a:p>
        </p:txBody>
      </p:sp>
    </p:spTree>
    <p:extLst>
      <p:ext uri="{BB962C8B-B14F-4D97-AF65-F5344CB8AC3E}">
        <p14:creationId xmlns:p14="http://schemas.microsoft.com/office/powerpoint/2010/main" val="3188424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close-up of a scan of a human body&#10;&#10;AI-generated content may be incorrect.">
            <a:extLst>
              <a:ext uri="{FF2B5EF4-FFF2-40B4-BE49-F238E27FC236}">
                <a16:creationId xmlns:a16="http://schemas.microsoft.com/office/drawing/2014/main" id="{4693274C-37CC-AE1A-55C3-52258F240824}"/>
              </a:ext>
            </a:extLst>
          </p:cNvPr>
          <p:cNvPicPr>
            <a:picLocks noGrp="1" noChangeAspect="1"/>
          </p:cNvPicPr>
          <p:nvPr>
            <p:ph idx="1"/>
          </p:nvPr>
        </p:nvPicPr>
        <p:blipFill>
          <a:blip r:embed="rId2"/>
          <a:stretch>
            <a:fillRect/>
          </a:stretch>
        </p:blipFill>
        <p:spPr>
          <a:xfrm>
            <a:off x="0" y="430451"/>
            <a:ext cx="6080591" cy="5976185"/>
          </a:xfrm>
          <a:prstGeom prst="rect">
            <a:avLst/>
          </a:prstGeom>
        </p:spPr>
      </p:pic>
      <p:pic>
        <p:nvPicPr>
          <p:cNvPr id="6" name="Content Placeholder 3" descr="A close-up of a scan of a human body&#10;&#10;AI-generated content may be incorrect.">
            <a:extLst>
              <a:ext uri="{FF2B5EF4-FFF2-40B4-BE49-F238E27FC236}">
                <a16:creationId xmlns:a16="http://schemas.microsoft.com/office/drawing/2014/main" id="{84A60601-5E90-74B1-B93D-93FC8AB1C875}"/>
              </a:ext>
            </a:extLst>
          </p:cNvPr>
          <p:cNvPicPr>
            <a:picLocks noChangeAspect="1"/>
          </p:cNvPicPr>
          <p:nvPr/>
        </p:nvPicPr>
        <p:blipFill>
          <a:blip r:embed="rId2"/>
          <a:stretch>
            <a:fillRect/>
          </a:stretch>
        </p:blipFill>
        <p:spPr>
          <a:xfrm>
            <a:off x="5930713" y="424848"/>
            <a:ext cx="6080591" cy="5976185"/>
          </a:xfrm>
          <a:prstGeom prst="rect">
            <a:avLst/>
          </a:prstGeom>
        </p:spPr>
      </p:pic>
      <p:sp>
        <p:nvSpPr>
          <p:cNvPr id="7" name="Oval 6">
            <a:extLst>
              <a:ext uri="{FF2B5EF4-FFF2-40B4-BE49-F238E27FC236}">
                <a16:creationId xmlns:a16="http://schemas.microsoft.com/office/drawing/2014/main" id="{D380C988-F43C-4A6E-7534-4DA3A2139FDC}"/>
              </a:ext>
            </a:extLst>
          </p:cNvPr>
          <p:cNvSpPr/>
          <p:nvPr/>
        </p:nvSpPr>
        <p:spPr>
          <a:xfrm>
            <a:off x="8835168" y="4983692"/>
            <a:ext cx="504109" cy="364050"/>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0E2714F-843B-6B2B-C716-D087DF2233CE}"/>
              </a:ext>
            </a:extLst>
          </p:cNvPr>
          <p:cNvSpPr/>
          <p:nvPr/>
        </p:nvSpPr>
        <p:spPr>
          <a:xfrm>
            <a:off x="8902404" y="1397811"/>
            <a:ext cx="380845" cy="319226"/>
          </a:xfrm>
          <a:prstGeom prst="ellipse">
            <a:avLst/>
          </a:prstGeom>
          <a:no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8378A82-664A-C15D-2F92-9C8B06900BCA}"/>
              </a:ext>
            </a:extLst>
          </p:cNvPr>
          <p:cNvSpPr/>
          <p:nvPr/>
        </p:nvSpPr>
        <p:spPr>
          <a:xfrm>
            <a:off x="9092902" y="5162985"/>
            <a:ext cx="504109" cy="364050"/>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CC07DAD-C847-A67C-2274-3E446B75E8C1}"/>
              </a:ext>
            </a:extLst>
          </p:cNvPr>
          <p:cNvSpPr/>
          <p:nvPr/>
        </p:nvSpPr>
        <p:spPr>
          <a:xfrm>
            <a:off x="9462696" y="5162985"/>
            <a:ext cx="504109" cy="364050"/>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4185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A5C01-36CA-91B8-18F6-81E4C6762672}"/>
              </a:ext>
            </a:extLst>
          </p:cNvPr>
          <p:cNvSpPr>
            <a:spLocks noGrp="1"/>
          </p:cNvSpPr>
          <p:nvPr>
            <p:ph type="title"/>
          </p:nvPr>
        </p:nvSpPr>
        <p:spPr>
          <a:xfrm>
            <a:off x="838200" y="365125"/>
            <a:ext cx="10515600" cy="6072617"/>
          </a:xfrm>
        </p:spPr>
        <p:txBody>
          <a:bodyPr vert="horz" lIns="91440" tIns="45720" rIns="91440" bIns="45720" rtlCol="0" anchor="ctr">
            <a:noAutofit/>
          </a:bodyPr>
          <a:lstStyle/>
          <a:p>
            <a:r>
              <a:rPr lang="en-US" sz="5000"/>
              <a:t>Attempted New Strategies:</a:t>
            </a:r>
            <a:br>
              <a:rPr lang="en-US" sz="5000"/>
            </a:br>
            <a:br>
              <a:rPr lang="en-US" sz="5000"/>
            </a:br>
            <a:r>
              <a:rPr lang="en-US" sz="5000"/>
              <a:t>Black and White Contrast Filter</a:t>
            </a:r>
            <a:br>
              <a:rPr lang="en-US" sz="5000"/>
            </a:br>
            <a:br>
              <a:rPr lang="en-US" sz="5000"/>
            </a:br>
            <a:r>
              <a:rPr lang="en-US" sz="5000"/>
              <a:t>OpenCV Contour Image</a:t>
            </a:r>
            <a:br>
              <a:rPr lang="en-US" sz="5000"/>
            </a:br>
            <a:br>
              <a:rPr lang="en-US" sz="5000"/>
            </a:br>
            <a:r>
              <a:rPr lang="en-US" sz="5000"/>
              <a:t>YOLOv8 Bounding Box Detection</a:t>
            </a:r>
            <a:br>
              <a:rPr lang="en-US" sz="5000"/>
            </a:br>
            <a:br>
              <a:rPr lang="en-US" sz="5000"/>
            </a:br>
            <a:r>
              <a:rPr lang="en-US" sz="5000"/>
              <a:t>Schedule</a:t>
            </a:r>
          </a:p>
        </p:txBody>
      </p:sp>
    </p:spTree>
    <p:extLst>
      <p:ext uri="{BB962C8B-B14F-4D97-AF65-F5344CB8AC3E}">
        <p14:creationId xmlns:p14="http://schemas.microsoft.com/office/powerpoint/2010/main" val="2136653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434F843C-2883-1E52-F31E-B85EBD3B677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0159" y="626836"/>
            <a:ext cx="5604328" cy="560432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1B3EE9C4-B4B1-4146-5F13-AF4F5BCA15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8330" y="626836"/>
            <a:ext cx="5604329" cy="5604329"/>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a:extLst>
              <a:ext uri="{FF2B5EF4-FFF2-40B4-BE49-F238E27FC236}">
                <a16:creationId xmlns:a16="http://schemas.microsoft.com/office/drawing/2014/main" id="{B7084CB5-B910-AAB2-CB82-C3DBE57F132B}"/>
              </a:ext>
            </a:extLst>
          </p:cNvPr>
          <p:cNvSpPr/>
          <p:nvPr/>
        </p:nvSpPr>
        <p:spPr>
          <a:xfrm>
            <a:off x="8828598" y="1596546"/>
            <a:ext cx="597582" cy="675537"/>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E5C0D68D-1443-CA71-FBE2-103FD038F747}"/>
              </a:ext>
            </a:extLst>
          </p:cNvPr>
          <p:cNvSpPr/>
          <p:nvPr/>
        </p:nvSpPr>
        <p:spPr>
          <a:xfrm>
            <a:off x="10933927" y="2721136"/>
            <a:ext cx="597582" cy="710172"/>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243ECA6E-D91B-6B55-F498-4265B8B41BCB}"/>
              </a:ext>
            </a:extLst>
          </p:cNvPr>
          <p:cNvSpPr/>
          <p:nvPr/>
        </p:nvSpPr>
        <p:spPr>
          <a:xfrm>
            <a:off x="10048358" y="4502567"/>
            <a:ext cx="566691" cy="504227"/>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1876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close-up of a x-ray&#10;&#10;AI-generated content may be incorrect.">
            <a:extLst>
              <a:ext uri="{FF2B5EF4-FFF2-40B4-BE49-F238E27FC236}">
                <a16:creationId xmlns:a16="http://schemas.microsoft.com/office/drawing/2014/main" id="{69C026EB-4DBE-2041-792C-71550E796696}"/>
              </a:ext>
            </a:extLst>
          </p:cNvPr>
          <p:cNvPicPr>
            <a:picLocks noGrp="1" noChangeAspect="1"/>
          </p:cNvPicPr>
          <p:nvPr>
            <p:ph idx="1"/>
          </p:nvPr>
        </p:nvPicPr>
        <p:blipFill>
          <a:blip r:embed="rId2"/>
          <a:stretch>
            <a:fillRect/>
          </a:stretch>
        </p:blipFill>
        <p:spPr>
          <a:xfrm>
            <a:off x="309738" y="798079"/>
            <a:ext cx="5245613" cy="5263429"/>
          </a:xfrm>
          <a:prstGeom prst="rect">
            <a:avLst/>
          </a:prstGeom>
        </p:spPr>
      </p:pic>
      <p:pic>
        <p:nvPicPr>
          <p:cNvPr id="5" name="Picture 4" descr="A close-up of a x-ray&#10;&#10;AI-generated content may be incorrect.">
            <a:extLst>
              <a:ext uri="{FF2B5EF4-FFF2-40B4-BE49-F238E27FC236}">
                <a16:creationId xmlns:a16="http://schemas.microsoft.com/office/drawing/2014/main" id="{FA290D69-B644-BE90-61B9-320915DF0637}"/>
              </a:ext>
            </a:extLst>
          </p:cNvPr>
          <p:cNvPicPr>
            <a:picLocks noChangeAspect="1"/>
          </p:cNvPicPr>
          <p:nvPr/>
        </p:nvPicPr>
        <p:blipFill>
          <a:blip r:embed="rId3"/>
          <a:stretch>
            <a:fillRect/>
          </a:stretch>
        </p:blipFill>
        <p:spPr>
          <a:xfrm>
            <a:off x="5885873" y="794327"/>
            <a:ext cx="5881255" cy="5269346"/>
          </a:xfrm>
          <a:prstGeom prst="rect">
            <a:avLst/>
          </a:prstGeom>
        </p:spPr>
      </p:pic>
    </p:spTree>
    <p:extLst>
      <p:ext uri="{BB962C8B-B14F-4D97-AF65-F5344CB8AC3E}">
        <p14:creationId xmlns:p14="http://schemas.microsoft.com/office/powerpoint/2010/main" val="2314295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with multiple colors&#10;&#10;AI-generated content may be incorrect.">
            <a:extLst>
              <a:ext uri="{FF2B5EF4-FFF2-40B4-BE49-F238E27FC236}">
                <a16:creationId xmlns:a16="http://schemas.microsoft.com/office/drawing/2014/main" id="{DD7ED30D-3F52-7B04-0B61-6065DBE600DA}"/>
              </a:ext>
            </a:extLst>
          </p:cNvPr>
          <p:cNvPicPr>
            <a:picLocks noChangeAspect="1"/>
          </p:cNvPicPr>
          <p:nvPr/>
        </p:nvPicPr>
        <p:blipFill>
          <a:blip r:embed="rId2"/>
          <a:srcRect r="45534"/>
          <a:stretch>
            <a:fillRect/>
          </a:stretch>
        </p:blipFill>
        <p:spPr>
          <a:xfrm>
            <a:off x="1059873" y="769"/>
            <a:ext cx="11130844" cy="5017375"/>
          </a:xfrm>
          <a:prstGeom prst="rect">
            <a:avLst/>
          </a:prstGeom>
        </p:spPr>
      </p:pic>
    </p:spTree>
    <p:extLst>
      <p:ext uri="{BB962C8B-B14F-4D97-AF65-F5344CB8AC3E}">
        <p14:creationId xmlns:p14="http://schemas.microsoft.com/office/powerpoint/2010/main" val="1814578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with multiple colors&#10;&#10;AI-generated content may be incorrect.">
            <a:extLst>
              <a:ext uri="{FF2B5EF4-FFF2-40B4-BE49-F238E27FC236}">
                <a16:creationId xmlns:a16="http://schemas.microsoft.com/office/drawing/2014/main" id="{ECE1E212-2F97-F81F-B75E-2FC5AD246FC9}"/>
              </a:ext>
            </a:extLst>
          </p:cNvPr>
          <p:cNvPicPr>
            <a:picLocks noChangeAspect="1"/>
          </p:cNvPicPr>
          <p:nvPr/>
        </p:nvPicPr>
        <p:blipFill>
          <a:blip r:embed="rId2"/>
          <a:srcRect l="54466"/>
          <a:stretch>
            <a:fillRect/>
          </a:stretch>
        </p:blipFill>
        <p:spPr>
          <a:xfrm>
            <a:off x="0" y="0"/>
            <a:ext cx="9777457" cy="5271911"/>
          </a:xfrm>
          <a:prstGeom prst="rect">
            <a:avLst/>
          </a:prstGeom>
        </p:spPr>
      </p:pic>
    </p:spTree>
    <p:extLst>
      <p:ext uri="{BB962C8B-B14F-4D97-AF65-F5344CB8AC3E}">
        <p14:creationId xmlns:p14="http://schemas.microsoft.com/office/powerpoint/2010/main" val="3943529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C6059-7920-62E1-85A2-4BDDC370BC1E}"/>
              </a:ext>
            </a:extLst>
          </p:cNvPr>
          <p:cNvSpPr>
            <a:spLocks noGrp="1"/>
          </p:cNvSpPr>
          <p:nvPr>
            <p:ph type="title"/>
          </p:nvPr>
        </p:nvSpPr>
        <p:spPr/>
        <p:txBody>
          <a:bodyPr/>
          <a:lstStyle/>
          <a:p>
            <a:r>
              <a:rPr lang="en-US" b="1" u="sng"/>
              <a:t>Semester 2 Plan</a:t>
            </a:r>
          </a:p>
        </p:txBody>
      </p:sp>
      <p:sp>
        <p:nvSpPr>
          <p:cNvPr id="3" name="Content Placeholder 2">
            <a:extLst>
              <a:ext uri="{FF2B5EF4-FFF2-40B4-BE49-F238E27FC236}">
                <a16:creationId xmlns:a16="http://schemas.microsoft.com/office/drawing/2014/main" id="{9ED4FFAE-6B1E-7C66-B522-3701630FB4B4}"/>
              </a:ext>
            </a:extLst>
          </p:cNvPr>
          <p:cNvSpPr>
            <a:spLocks noGrp="1"/>
          </p:cNvSpPr>
          <p:nvPr>
            <p:ph idx="1"/>
          </p:nvPr>
        </p:nvSpPr>
        <p:spPr>
          <a:xfrm>
            <a:off x="838200" y="1253331"/>
            <a:ext cx="10515600" cy="4351338"/>
          </a:xfrm>
        </p:spPr>
        <p:txBody>
          <a:bodyPr vert="horz" lIns="91440" tIns="45720" rIns="91440" bIns="45720" rtlCol="0" anchor="t">
            <a:normAutofit lnSpcReduction="10000"/>
          </a:bodyPr>
          <a:lstStyle/>
          <a:p>
            <a:pPr marL="0" indent="0">
              <a:lnSpc>
                <a:spcPct val="150000"/>
              </a:lnSpc>
              <a:buNone/>
            </a:pPr>
            <a:r>
              <a:rPr lang="en-US"/>
              <a:t>We plan on training the YOLOv8 model with the hand tracked fiber images we are developing to then allow us to track all fibers through any given series of images. Once all fibers within the series can be tracked, we will use that data to construct a 3D model of fibers. Once we have a rudimentary 3D model, we can then develop some fine tuning that will allow the user to customize the model selecting which fibers to visualize and which to leave out. </a:t>
            </a:r>
          </a:p>
        </p:txBody>
      </p:sp>
    </p:spTree>
    <p:extLst>
      <p:ext uri="{BB962C8B-B14F-4D97-AF65-F5344CB8AC3E}">
        <p14:creationId xmlns:p14="http://schemas.microsoft.com/office/powerpoint/2010/main" val="17573071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243</Words>
  <Application>Microsoft Office PowerPoint</Application>
  <PresentationFormat>Widescreen</PresentationFormat>
  <Paragraphs>11</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Image Tracking Tendon Fibers Project</vt:lpstr>
      <vt:lpstr>Project Problem</vt:lpstr>
      <vt:lpstr>Current Agenda &amp; Progress</vt:lpstr>
      <vt:lpstr>PowerPoint Presentation</vt:lpstr>
      <vt:lpstr>Attempted New Strategies:  Black and White Contrast Filter  OpenCV Contour Image  YOLOv8 Bounding Box Detection  Schedule</vt:lpstr>
      <vt:lpstr>PowerPoint Presentation</vt:lpstr>
      <vt:lpstr>PowerPoint Presentation</vt:lpstr>
      <vt:lpstr>PowerPoint Presentation</vt:lpstr>
      <vt:lpstr>PowerPoint Presentation</vt:lpstr>
      <vt:lpstr>Semester 2 Plan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Shrestha, Aneesha (shre0964@vandals.uidaho.edu)</dc:creator>
  <cp:lastModifiedBy>Shrestha, Aneesha (shre0964@vandals.uidaho.edu)</cp:lastModifiedBy>
  <cp:revision>6</cp:revision>
  <dcterms:created xsi:type="dcterms:W3CDTF">2025-12-04T19:09:29Z</dcterms:created>
  <dcterms:modified xsi:type="dcterms:W3CDTF">2025-12-09T21:48:44Z</dcterms:modified>
</cp:coreProperties>
</file>